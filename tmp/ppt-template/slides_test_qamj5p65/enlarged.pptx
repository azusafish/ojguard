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42f5551bf0d4e4a" Type="http://schemas.openxmlformats.org/package/2006/relationships/metadata/core-properties" Target="docProps/core.xml"/><Relationship Id="R1dd21a9f6e6049a1" Type="http://schemas.openxmlformats.org/officeDocument/2006/relationships/officeDocument" Target="ppt/presentation.xml"/><Relationship Id="R617ac3da5f6446c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b6c527ebb944ed"/>
    <p:sldMasterId xmlns:r="http://schemas.openxmlformats.org/officeDocument/2006/relationships" id="2147483650" r:id="Ra79915d96e4a46b1"/>
  </p:sldMasterIdLst>
  <p:notesMasterIdLst>
    <p:notesMasterId xmlns:r="http://schemas.openxmlformats.org/officeDocument/2006/relationships" r:id="R39ad2ce29ac04e70"/>
  </p:notesMasterIdLst>
  <p:sldIdLst>
    <p:sldId xmlns:r="http://schemas.openxmlformats.org/officeDocument/2006/relationships" id="256" r:id="R331a83c23fb34224"/>
    <p:sldId xmlns:r="http://schemas.openxmlformats.org/officeDocument/2006/relationships" id="257" r:id="R4ff2ac5693fb4b63"/>
    <p:sldId xmlns:r="http://schemas.openxmlformats.org/officeDocument/2006/relationships" id="258" r:id="R9b6fb7d9c46c44f5"/>
    <p:sldId xmlns:r="http://schemas.openxmlformats.org/officeDocument/2006/relationships" id="259" r:id="Rc6feadd7d4ba4c69"/>
    <p:sldId xmlns:r="http://schemas.openxmlformats.org/officeDocument/2006/relationships" id="260" r:id="R6a454b19b70b4cc8"/>
    <p:sldId xmlns:r="http://schemas.openxmlformats.org/officeDocument/2006/relationships" id="261" r:id="R46ee5f91f0354543"/>
    <p:sldId xmlns:r="http://schemas.openxmlformats.org/officeDocument/2006/relationships" id="262" r:id="Ref06cf9eb6824acc"/>
    <p:sldId xmlns:r="http://schemas.openxmlformats.org/officeDocument/2006/relationships" id="263" r:id="R8fdc5d6f4bc741de"/>
    <p:sldId xmlns:r="http://schemas.openxmlformats.org/officeDocument/2006/relationships" id="264" r:id="R229d00c47f8e4efb"/>
    <p:sldId xmlns:r="http://schemas.openxmlformats.org/officeDocument/2006/relationships" id="265" r:id="Ra892bfa5c84f49db"/>
    <p:sldId xmlns:r="http://schemas.openxmlformats.org/officeDocument/2006/relationships" id="266" r:id="R743594d1b47b411b"/>
    <p:sldId xmlns:r="http://schemas.openxmlformats.org/officeDocument/2006/relationships" id="267" r:id="R45cf0949fdc24d35"/>
    <p:sldId xmlns:r="http://schemas.openxmlformats.org/officeDocument/2006/relationships" id="268" r:id="R9d7c35bf9dcb47d2"/>
    <p:sldId xmlns:r="http://schemas.openxmlformats.org/officeDocument/2006/relationships" id="269" r:id="Rec9edb0b2bcd468d"/>
    <p:sldId xmlns:r="http://schemas.openxmlformats.org/officeDocument/2006/relationships" id="270" r:id="R5366c35accda42c2"/>
    <p:sldId xmlns:r="http://schemas.openxmlformats.org/officeDocument/2006/relationships" id="271" r:id="Reaf56b611d204dc4"/>
    <p:sldId xmlns:r="http://schemas.openxmlformats.org/officeDocument/2006/relationships" id="272" r:id="Rcfc4376dc3554b2b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2d9e4f3cb0474d" Type="http://schemas.openxmlformats.org/officeDocument/2006/relationships/viewProps" Target="viewProps.xml"/><Relationship Id="R229d00c47f8e4efb" Type="http://schemas.openxmlformats.org/officeDocument/2006/relationships/slide" Target="slides/slide9.xml"/><Relationship Id="R331a83c23fb34224" Type="http://schemas.openxmlformats.org/officeDocument/2006/relationships/slide" Target="slides/slide1.xml"/><Relationship Id="R37b4b226b557401b" Type="http://schemas.openxmlformats.org/officeDocument/2006/relationships/tableStyles" Target="tableStyles.xml"/><Relationship Id="R39ad2ce29ac04e70" Type="http://schemas.openxmlformats.org/officeDocument/2006/relationships/notesMaster" Target="notesMasters/notesMaster1.xml"/><Relationship Id="R45cf0949fdc24d35" Type="http://schemas.openxmlformats.org/officeDocument/2006/relationships/slide" Target="slides/slide12.xml"/><Relationship Id="R46ee5f91f0354543" Type="http://schemas.openxmlformats.org/officeDocument/2006/relationships/slide" Target="slides/slide6.xml"/><Relationship Id="R4ff2ac5693fb4b63" Type="http://schemas.openxmlformats.org/officeDocument/2006/relationships/slide" Target="slides/slide2.xml"/><Relationship Id="R5366c35accda42c2" Type="http://schemas.openxmlformats.org/officeDocument/2006/relationships/slide" Target="slides/slide15.xml"/><Relationship Id="R6a454b19b70b4cc8" Type="http://schemas.openxmlformats.org/officeDocument/2006/relationships/slide" Target="slides/slide5.xml"/><Relationship Id="R743594d1b47b411b" Type="http://schemas.openxmlformats.org/officeDocument/2006/relationships/slide" Target="slides/slide11.xml"/><Relationship Id="R8fdc5d6f4bc741de" Type="http://schemas.openxmlformats.org/officeDocument/2006/relationships/slide" Target="slides/slide8.xml"/><Relationship Id="R9b6fb7d9c46c44f5" Type="http://schemas.openxmlformats.org/officeDocument/2006/relationships/slide" Target="slides/slide3.xml"/><Relationship Id="R9d7c35bf9dcb47d2" Type="http://schemas.openxmlformats.org/officeDocument/2006/relationships/slide" Target="slides/slide13.xml"/><Relationship Id="Ra79915d96e4a46b1" Type="http://schemas.openxmlformats.org/officeDocument/2006/relationships/slideMaster" Target="slideMasters/slideMaster2.xml"/><Relationship Id="Ra892bfa5c84f49db" Type="http://schemas.openxmlformats.org/officeDocument/2006/relationships/slide" Target="slides/slide10.xml"/><Relationship Id="Rc6feadd7d4ba4c69" Type="http://schemas.openxmlformats.org/officeDocument/2006/relationships/slide" Target="slides/slide4.xml"/><Relationship Id="Rcfc4376dc3554b2b" Type="http://schemas.openxmlformats.org/officeDocument/2006/relationships/slide" Target="slides/slide17.xml"/><Relationship Id="Rd0b6c527ebb944ed" Type="http://schemas.openxmlformats.org/officeDocument/2006/relationships/slideMaster" Target="slideMasters/slideMaster1.xml"/><Relationship Id="Rd8f5ba92be0e4a1d" Type="http://schemas.openxmlformats.org/officeDocument/2006/relationships/presProps" Target="presProps.xml"/><Relationship Id="Rda587d809baa44cd" Type="http://schemas.openxmlformats.org/officeDocument/2006/relationships/theme" Target="theme/theme1.xml"/><Relationship Id="Reaf56b611d204dc4" Type="http://schemas.openxmlformats.org/officeDocument/2006/relationships/slide" Target="slides/slide16.xml"/><Relationship Id="Rec9edb0b2bcd468d" Type="http://schemas.openxmlformats.org/officeDocument/2006/relationships/slide" Target="slides/slide14.xml"/><Relationship Id="Ref06cf9eb6824acc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c1777c137dce4207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5109b72330d42a1" Type="http://schemas.openxmlformats.org/officeDocument/2006/relationships/slide" Target="../slides/slide1.xml"/><Relationship Id="Rfc15974f9a5b49c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cdb811abf38b4470" Type="http://schemas.openxmlformats.org/officeDocument/2006/relationships/notesMaster" Target="../notesMasters/notesMaster1.xml"/><Relationship Id="Ref33bfa803ae463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b2008cb41114af7" Type="http://schemas.openxmlformats.org/officeDocument/2006/relationships/notesMaster" Target="../notesMasters/notesMaster1.xml"/><Relationship Id="Rb1b100d0053f43f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2a71df8cf5a47ea" Type="http://schemas.openxmlformats.org/officeDocument/2006/relationships/slide" Target="../slides/slide4.xml"/><Relationship Id="Rc456415d0ac44dfb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98c2412e1a4f4994" Type="http://schemas.openxmlformats.org/officeDocument/2006/relationships/notesMaster" Target="../notesMasters/notesMaster1.xml"/><Relationship Id="Rc5829ff1b6c0456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3fcd52789ae4f8e" Type="http://schemas.openxmlformats.org/officeDocument/2006/relationships/slide" Target="../slides/slide6.xml"/><Relationship Id="R93e26c4e39b6448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59c2ae8a626455d" Type="http://schemas.openxmlformats.org/officeDocument/2006/relationships/slide" Target="../slides/slide7.xml"/><Relationship Id="R1e3638de4c284cb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df1e48442f44c31" Type="http://schemas.openxmlformats.org/officeDocument/2006/relationships/notesMaster" Target="../notesMasters/notesMaster1.xml"/><Relationship Id="R76eff9b682584e25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a56999a1c4c48dd" Type="http://schemas.openxmlformats.org/officeDocument/2006/relationships/notesMaster" Target="../notesMasters/notesMaster1.xml"/><Relationship Id="R5b9b72391e6f4a5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8339e71ac074f0f" Type="http://schemas.openxmlformats.org/officeDocument/2006/relationships/slide" Target="../slides/slide10.xml"/><Relationship Id="R664b7afd2a0d4dd5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8adfea8e153f4246" Type="http://schemas.openxmlformats.org/officeDocument/2006/relationships/notesMaster" Target="../notesMasters/notesMaster1.xml"/><Relationship Id="Red91cf95559f4a0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bd07491b83b449a8" Type="http://schemas.openxmlformats.org/officeDocument/2006/relationships/notesMaster" Target="../notesMasters/notesMaster1.xml"/><Relationship Id="Reeaa88d3406f427c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dc21f359d01405d" Type="http://schemas.openxmlformats.org/officeDocument/2006/relationships/slide" Target="../slides/slide13.xml"/><Relationship Id="Reade7fc8dd0a43da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38a8480ebef4128" Type="http://schemas.openxmlformats.org/officeDocument/2006/relationships/notesMaster" Target="../notesMasters/notesMaster1.xml"/><Relationship Id="Rfaa59c6db12a4c4b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a80178db8ab4ff2" Type="http://schemas.openxmlformats.org/officeDocument/2006/relationships/notesMaster" Target="../notesMasters/notesMaster1.xml"/><Relationship Id="Rf953223614ab47a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c7b8c771454e4bbe" Type="http://schemas.openxmlformats.org/officeDocument/2006/relationships/slide" Target="../slides/slide16.xml"/><Relationship Id="Rde5b46ad5cbb40e9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7005caa68f98491b" Type="http://schemas.openxmlformats.org/officeDocument/2006/relationships/slide" Target="../slides/slide17.xml"/><Relationship Id="Rac551098cde14ca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3cf0966ac7a49d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ec3b0b0fc9d247f3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d5905b24907d4028" Type="http://schemas.openxmlformats.org/officeDocument/2006/relationships/theme" Target="theme/theme2.xml"/><Relationship Id="Rf205b4162b364a21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3d96bd748fec4862" Type="http://schemas.openxmlformats.org/officeDocument/2006/relationships/theme" Target="theme/theme3.xml"/><Relationship Id="Rbed9a648bd6b4575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5b4162b364a2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bed9a648bd6b457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a62217a98054f5c" Type="http://schemas.openxmlformats.org/officeDocument/2006/relationships/slideLayout" Target="../slideLayouts/slideLayout1.xml"/><Relationship Id="R9bf03c898d4b4b7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d955b9f3e124cfd" Type="http://schemas.openxmlformats.org/officeDocument/2006/relationships/slideLayout" Target="../slideLayouts/slideLayout1.xml"/><Relationship Id="Rb8637df00af4400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8b1db75d66d454f" Type="http://schemas.openxmlformats.org/officeDocument/2006/relationships/slideLayout" Target="../slideLayouts/slideLayout2.xml"/><Relationship Id="Rf22905484be7432f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0e7bbcc829b491a" Type="http://schemas.openxmlformats.org/officeDocument/2006/relationships/slideLayout" Target="../slideLayouts/slideLayout1.xml"/><Relationship Id="Re483ff093afd47b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8280b94b6634e35" Type="http://schemas.openxmlformats.org/officeDocument/2006/relationships/image" Target="../media/image.svg"/><Relationship Id="R22322562c8044a70" Type="http://schemas.openxmlformats.org/officeDocument/2006/relationships/image" Target="../media/image.png"/><Relationship Id="R65efd0e149f74835" Type="http://schemas.openxmlformats.org/officeDocument/2006/relationships/slideLayout" Target="../slideLayouts/slideLayout1.xml"/><Relationship Id="R753442de21a84d06" Type="http://schemas.openxmlformats.org/officeDocument/2006/relationships/image" Target="../media/image2.svg"/><Relationship Id="Rbbec5c8eedac4f97" Type="http://schemas.openxmlformats.org/officeDocument/2006/relationships/image" Target="../media/image2.png"/><Relationship Id="Rcb894384acbb477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802d182d0c449d6" Type="http://schemas.openxmlformats.org/officeDocument/2006/relationships/slideLayout" Target="../slideLayouts/slideLayout2.xml"/><Relationship Id="R9db5f5f293bf4b7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5c72b125be249b0" Type="http://schemas.openxmlformats.org/officeDocument/2006/relationships/slideLayout" Target="../slideLayouts/slideLayout1.xml"/><Relationship Id="R929659ead4184101" Type="http://schemas.openxmlformats.org/officeDocument/2006/relationships/notesSlide" Target="../notesSlides/notesSlide7.xml"/><Relationship Id="R9d0df151345b4572" Type="http://schemas.openxmlformats.org/officeDocument/2006/relationships/image" Target="../media/image3.svg"/><Relationship Id="Rf365289080064f2e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ecd33763543840b1" Type="http://schemas.openxmlformats.org/officeDocument/2006/relationships/slideLayout" Target="../slideLayouts/slideLayout2.xml"/><Relationship Id="Rf6222bc8b7c44d0a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de37e8ede9d4d5f" Type="http://schemas.openxmlformats.org/officeDocument/2006/relationships/slideLayout" Target="../slideLayouts/slideLayout1.xml"/><Relationship Id="R478bf6dca2a94db0" Type="http://schemas.openxmlformats.org/officeDocument/2006/relationships/image" Target="../media/image5.svg"/><Relationship Id="R4bf49ef86f80402e" Type="http://schemas.openxmlformats.org/officeDocument/2006/relationships/image" Target="../media/image4.svg"/><Relationship Id="R58a7dbf773c347cf" Type="http://schemas.openxmlformats.org/officeDocument/2006/relationships/image" Target="../media/image4.png"/><Relationship Id="R9578c3e4d94b402d" Type="http://schemas.openxmlformats.org/officeDocument/2006/relationships/notesSlide" Target="../notesSlides/notesSlide9.xml"/><Relationship Id="Rd0d333215e39498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47011d9b0da041f8" Type="http://schemas.openxmlformats.org/officeDocument/2006/relationships/slideLayout" Target="../slideLayouts/slideLayout2.xml"/><Relationship Id="Rc3da58a70b92417b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f0d464c59854aaa" Type="http://schemas.openxmlformats.org/officeDocument/2006/relationships/image" Target="../media/image6.svg"/><Relationship Id="Rc5d8f40e71e84059" Type="http://schemas.openxmlformats.org/officeDocument/2006/relationships/notesSlide" Target="../notesSlides/notesSlide11.xml"/><Relationship Id="Rf1b27fd250af4b1b" Type="http://schemas.openxmlformats.org/officeDocument/2006/relationships/slideLayout" Target="../slideLayouts/slideLayout1.xml"/><Relationship Id="Rf90bbe0a05c54426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6165c8fbaa0847b4" Type="http://schemas.openxmlformats.org/officeDocument/2006/relationships/notesSlide" Target="../notesSlides/notesSlide12.xml"/><Relationship Id="Rf3052ec81b6246c0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4a6c5b77d48a447b" Type="http://schemas.openxmlformats.org/officeDocument/2006/relationships/slideLayout" Target="../slideLayouts/slideLayout1.xml"/><Relationship Id="R55bda0e72d144ca1" Type="http://schemas.openxmlformats.org/officeDocument/2006/relationships/image" Target="../media/image3.jpeg"/><Relationship Id="R6a4d7a63c3894f71" Type="http://schemas.openxmlformats.org/officeDocument/2006/relationships/image" Target="../media/image2.jpeg"/><Relationship Id="R6d23cceb370d4ac5" Type="http://schemas.openxmlformats.org/officeDocument/2006/relationships/image" Target="../media/image7.svg"/><Relationship Id="R7c8465f1d796487b" Type="http://schemas.openxmlformats.org/officeDocument/2006/relationships/notesSlide" Target="../notesSlides/notesSlide13.xml"/><Relationship Id="R86baece1a69544bc" Type="http://schemas.openxmlformats.org/officeDocument/2006/relationships/image" Target="../media/image.jpeg"/><Relationship Id="Rbc3785a6259e427c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b8ac6926f0744234" Type="http://schemas.openxmlformats.org/officeDocument/2006/relationships/slideLayout" Target="../slideLayouts/slideLayout2.xml"/><Relationship Id="Rc15fb275e390457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d5ed1492ab234ce2" Type="http://schemas.openxmlformats.org/officeDocument/2006/relationships/notesSlide" Target="../notesSlides/notesSlide15.xml"/><Relationship Id="Rf61ce4cea5304dce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ca23fba678874309" Type="http://schemas.openxmlformats.org/officeDocument/2006/relationships/notesSlide" Target="../notesSlides/notesSlide16.xml"/><Relationship Id="Re1b95cd8e3d1457b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16cf1fcf2f33400f" Type="http://schemas.openxmlformats.org/officeDocument/2006/relationships/slideLayout" Target="../slideLayouts/slideLayout1.xml"/><Relationship Id="R21a21f43d29942b6" Type="http://schemas.openxmlformats.org/officeDocument/2006/relationships/image" Target="../media/image8.png"/><Relationship Id="R6e0c79b74ac948b8" Type="http://schemas.openxmlformats.org/officeDocument/2006/relationships/notesSlide" Target="../notesSlides/notesSlide17.xml"/><Relationship Id="Rc6777edbd36e49ae" Type="http://schemas.openxmlformats.org/officeDocument/2006/relationships/image" Target="../media/image4.jpeg"/><Relationship Id="Rd0e5845bc0cf45e2" Type="http://schemas.openxmlformats.org/officeDocument/2006/relationships/image" Target="../media/image8.sv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320" y="-518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040" y="4968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" y="5699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316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727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6934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588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从异常信号到可信重评，以证据驱动闭环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Rectangle 3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面向在线测评运营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环境异常会污染评测结果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难定位、难定界、难安全重评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 Agent 协同 + 确定性工具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发现→定界→审批→重评→核验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证据优先、幂等重评、状态机治理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高风险动作必须人工批准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可迁移节点退化与 Checker 缺陷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后端、Vue3 前端、AgentTeams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三类场景与运行证据均可复现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1" name="Rectangle 4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D03662-63F4-45D9-89A0-48BBCC0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-609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AE2931-5B00-4519-9F31-7080BFAC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" y="5516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AA5D25-C6DB-4E11-80E5-EDB9F0E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813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258895-E978-4218-870F-B793C88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819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DD2C8-DB67-481C-B16F-C59E018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3066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D6AF9E-8882-4C98-92EC-1392ABA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3066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309B89-8F8E-4750-9A65-B57B800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2819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9AA2D2-8CF5-4290-855D-673060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2819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008BC-7CDE-485C-8F7F-A048161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3066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4B0275-D8EE-46A8-AC72-55327C2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3066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B8C44E-54F3-4EDA-9345-8927CC3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2819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工程落地与证据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21CAED-7B3E-4C2B-B20F-79882F2A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861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A2A123B-B73F-4AA7-AA51-8A68C68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4108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24EEE-B131-4192-B7D5-1E1431B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4108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4BE5F33-9C2F-4878-A855-F78C96E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3861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762BD7-A3CC-4BF5-B953-6EBAB13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3861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EBAA10-D74D-4A64-945A-635F388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4108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2AE68D8-7B26-47F2-9E14-21B9E52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4108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ACFA4E-A492-4D9D-97C9-9C7D265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3861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开源与复用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106F80E-2F54-4DBE-8E7D-B5D64FAE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904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084A4D1-5258-41D1-ACC7-F12D884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5151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4F634C-AC01-49BB-A225-BCC8688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5151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D1A0397-402F-4FC7-B30D-C1E2ECE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4904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AgentTeams 协同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08AE4B-65D5-4CAE-AFBC-9C43DC8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4904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D9F8BB-C149-4D9A-B766-4B18F19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5151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6971A7D-F610-429E-8EDC-0F3B98A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5151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AD5EE9-E7AF-476D-8779-16ED9B9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4904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演示路径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7FC26B9-44FF-4646-A09B-39D075E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5946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CE9E015-148C-4DE9-902A-F472416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6193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62F4BF7-825B-402C-ADEC-0225885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6193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F064657-1CB6-44F4-9E27-22C8329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5946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 / MCP 工程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847B8C4-4D04-4881-8F30-3E8D612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5946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34CE54F-315E-4C80-9DE4-46AC011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6193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E820555-8048-45C2-97AC-C47BF15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6193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989FB02-EBAB-4E8B-89D4-8A0DB8D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5946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</p:spTree>
    <p:extLst>
      <p:ext uri="{BB962C8B-B14F-4D97-AF65-F5344CB8AC3E}">
        <p14:creationId xmlns:p14="http://schemas.microsoft.com/office/powerpoint/2010/main" val="90038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97BBBA-C9C3-4F24-B98D-AAD9D6FB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4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45E99B-1A8F-430C-B5A2-FBA56A9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999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E42A6D-23DB-4776-879C-C370C0D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75" y="1125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7E5DAF-1A21-49A5-93AF-F5EBD8E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543" y="1217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B48A93-3787-4BF7-8D70-D93A7C3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543" y="1436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FF9C33-FEFD-4492-9BE8-E78ED92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375" y="1290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9275E9-D655-4DB9-AF7C-C7DECCFE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375" y="1290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B8AE17C-3DBD-4331-8D24-C0446D2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5343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60" y="1036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60" y="1311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真实事故：Java 运行时回归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" y="1951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镜像切换后错误率从 8.3% 升至 41.4%。OJGuard 将异常还原为可复核证据、精确影响范围与可信重评任务。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115" y="6336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三类场景均可复现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22562c8044a70">
            <a:extLst>
              <a:ext uri="{96DAC541-7B7A-43D3-8B79-37D633B846F1}">
                <asvg:svgBlip xmlns:asvg="http://schemas.microsoft.com/office/drawing/2016/SVG/main" r:embed="R18280b94b6634e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2360" y="3152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c5c8eedac4f97">
            <a:extLst>
              <a:ext uri="{96DAC541-7B7A-43D3-8B79-37D633B846F1}">
                <asvg:svgBlip xmlns:asvg="http://schemas.microsoft.com/office/drawing/2016/SVG/main" r:embed="R753442de21a84d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4505" y="3152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4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999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8" name="Rectangle 4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承上启下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共享 IncidentContext 与全链路 Trace 传递上下文；Agent 负责协同，确定性工具负责事实与执行。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5289080064f2e">
            <a:extLst>
              <a:ext uri="{96DAC541-7B7A-43D3-8B79-37D633B846F1}">
                <asvg:svgBlip xmlns:asvg="http://schemas.microsoft.com/office/drawing/2016/SVG/main" r:embed="R9d0df151345b45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39415" y="2563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9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03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9" name="Rectangle 4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Team Leader 编排 6 个专职 Worker；共享事故状态，证据冲突则回退，高风险执行必须经过人工批准。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7dbf773c347cf">
            <a:extLst>
              <a:ext uri="{96DAC541-7B7A-43D3-8B79-37D633B846F1}">
                <asvg:svgBlip xmlns:asvg="http://schemas.microsoft.com/office/drawing/2016/SVG/main" r:embed="R4bf49ef86f8040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7780" y="3066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333215e394983">
            <a:extLst>
              <a:ext uri="{96DAC541-7B7A-43D3-8B79-37D633B846F1}">
                <asvg:svgBlip xmlns:asvg="http://schemas.microsoft.com/office/drawing/2016/SVG/main" r:embed="R478bf6dca2a94d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51370" y="3066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9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04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/ MCP 工程体系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9" name="Rectangle 4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9 个可复用 Skill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每个 Skill 均声明输入输出、依赖工具、失败、安全、复用和 Agent 协作；12 个 MCP 工具具备 Schema、门禁、幂等与迁移契约。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bbe0a05c54426">
            <a:extLst>
              <a:ext uri="{96DAC541-7B7A-43D3-8B79-37D633B846F1}">
                <asvg:svgBlip xmlns:asvg="http://schemas.microsoft.com/office/drawing/2016/SVG/main" r:embed="R5f0d464c59854a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87165" y="3139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53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28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工程落地与运行证据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3" name="Rectangle 5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Rectangle 5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ectangle 4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47751F-4164-4149-BBF6-F132EBA8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96F8A6-A5F5-4EB4-94EA-04BD950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可复现证据链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3D4CE23-66DC-4D5A-B1FC-4EC2001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真实 Java Runner 对照、审批轨迹、分批重评与关闭核验共同组成可审计证据；报告可导出 JSON / HTML。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aece1a69544bc"/>
          <a:stretch xmlns:a="http://schemas.openxmlformats.org/drawingml/2006/main"/>
        </p:blipFill>
        <p:spPr>
          <a:xfrm xmlns:a="http://schemas.openxmlformats.org/drawingml/2006/main">
            <a:off x="2870200" y="2752946"/>
            <a:ext cx="3830087" cy="2155749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d7a63c3894f71"/>
          <a:stretch xmlns:a="http://schemas.openxmlformats.org/drawingml/2006/main"/>
        </p:blipFill>
        <p:spPr>
          <a:xfrm xmlns:a="http://schemas.openxmlformats.org/drawingml/2006/main">
            <a:off x="6947535" y="2758543"/>
            <a:ext cx="3837275" cy="2159794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da0e72d144ca1"/>
          <a:stretch xmlns:a="http://schemas.openxmlformats.org/drawingml/2006/main"/>
        </p:blipFill>
        <p:spPr>
          <a:xfrm xmlns:a="http://schemas.openxmlformats.org/drawingml/2006/main">
            <a:off x="2870537" y="5050155"/>
            <a:ext cx="3837640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785a6259e427c">
            <a:extLst>
              <a:ext uri="{96DAC541-7B7A-43D3-8B79-37D633B846F1}">
                <asvg:svgBlip xmlns:asvg="http://schemas.microsoft.com/office/drawing/2016/SVG/main" r:embed="R6d23cceb370d4a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47535" y="5065395"/>
            <a:ext cx="3831800" cy="216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64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DD941E-C57B-49DD-8492-BE87AB4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61D25E-289B-4E2A-89D3-DA0312A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45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164DC7-7A61-4966-89DE-5E3C2B6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20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B62E3CA7-EB7F-4C38-968C-6B3ACC7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9DA284F4-C047-4970-9B07-C7E506A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47E65D9B-CBBA-488F-8934-8B43287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790621BB-7012-4484-95DC-E742678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AC261D9E-202E-4977-8432-1C7739B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518929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Rectangle 3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Docker Compose 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Runner、AgentTeams、事故报告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均随提交附件提供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E0AD699-FCB6-45C5-90CA-B90F312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9255C4C8-D267-46CB-8643-B8A0CD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54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8C852E8-2CB5-4213-9BC9-83143CB6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28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Demo 与提交状态</a:t>
            </a:r>
          </a:p>
        </p:txBody>
      </p:sp>
    </p:spTree>
    <p:extLst>
      <p:ext uri="{BB962C8B-B14F-4D97-AF65-F5344CB8AC3E}">
        <p14:creationId xmlns:p14="http://schemas.microsoft.com/office/powerpoint/2010/main" val="1656643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0" name="Rectangle 4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Rectangle 4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27F411-ED70-430F-A617-CCA3396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可运行成果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A6AA91-10E3-458C-A1DE-9FC5EB0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已完成的闭环证据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9CF89D1-807E-4D35-AF0D-92BD20C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CF14C20-7EB4-485F-83DE-36C35B33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06057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创建事故 → 角色审批 → 控制组 → 灰度 → 全量重评 → 关闭核验；浏览器端已完成全链路实测。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77edbd36e49ae"/>
          <a:stretch xmlns:a="http://schemas.openxmlformats.org/drawingml/2006/main"/>
        </p:blipFill>
        <p:spPr>
          <a:xfrm xmlns:a="http://schemas.openxmlformats.org/drawingml/2006/main">
            <a:off x="1691640" y="3092573"/>
            <a:ext cx="4911725" cy="27645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21f43d29942b6">
            <a:extLst>
              <a:ext uri="{96DAC541-7B7A-43D3-8B79-37D633B846F1}">
                <asvg:svgBlip xmlns:asvg="http://schemas.microsoft.com/office/drawing/2016/SVG/main" r:embed="Rd0e5845bc0cf45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1210" y="3220720"/>
            <a:ext cx="5327015" cy="248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09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2026-08-02T16:51:33.4080000Z</dcterms:created>
  <dcterms:modified xsi:type="dcterms:W3CDTF">2026-08-02T16:51:33.4080000Z</dcterms:modified>
</coreProperties>
</file>