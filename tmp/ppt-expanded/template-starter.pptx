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ef2d1514a0470e" /><Relationship Type="http://schemas.openxmlformats.org/officeDocument/2006/relationships/extended-properties" Target="/docProps/app.xml" Id="R7f6a2d9f79704254" /><Relationship Type="http://schemas.openxmlformats.org/officeDocument/2006/relationships/officeDocument" Target="/ppt/presentation.xml" Id="R91534c240b5947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9acaed7a54c37"/>
    <p:sldMasterId xmlns:r="http://schemas.openxmlformats.org/officeDocument/2006/relationships" id="2147483650" r:id="Rfafe967355404447"/>
  </p:sldMasterIdLst>
  <p:notesMasterIdLst>
    <p:notesMasterId xmlns:r="http://schemas.openxmlformats.org/officeDocument/2006/relationships" r:id="R6f4418946cca4493"/>
  </p:notesMasterIdLst>
  <p:sldIdLst>
    <p:sldId xmlns:r="http://schemas.openxmlformats.org/officeDocument/2006/relationships" id="256" r:id="Rac530959a3e64ee4"/>
    <p:sldId xmlns:r="http://schemas.openxmlformats.org/officeDocument/2006/relationships" id="257" r:id="R4a878604d9204975"/>
    <p:sldId xmlns:r="http://schemas.openxmlformats.org/officeDocument/2006/relationships" id="258" r:id="R28872242cb954717"/>
    <p:sldId xmlns:r="http://schemas.openxmlformats.org/officeDocument/2006/relationships" id="259" r:id="R167fea0f6f33433c"/>
    <p:sldId xmlns:r="http://schemas.openxmlformats.org/officeDocument/2006/relationships" id="260" r:id="R1c064b05962348a0"/>
    <p:sldId xmlns:r="http://schemas.openxmlformats.org/officeDocument/2006/relationships" id="261" r:id="R9956eabfbd18425f"/>
    <p:sldId xmlns:r="http://schemas.openxmlformats.org/officeDocument/2006/relationships" id="262" r:id="R0ea8e21ed8a040df"/>
    <p:sldId xmlns:r="http://schemas.openxmlformats.org/officeDocument/2006/relationships" id="263" r:id="R8829b63a90d343db"/>
    <p:sldId xmlns:r="http://schemas.openxmlformats.org/officeDocument/2006/relationships" id="264" r:id="R4f3704ced3964136"/>
    <p:sldId xmlns:r="http://schemas.openxmlformats.org/officeDocument/2006/relationships" id="265" r:id="R0cd3228d3f484c97"/>
    <p:sldId xmlns:r="http://schemas.openxmlformats.org/officeDocument/2006/relationships" id="266" r:id="R1bb708b2f98e461f"/>
    <p:sldId xmlns:r="http://schemas.openxmlformats.org/officeDocument/2006/relationships" id="267" r:id="R7f49be2ce7664f62"/>
    <p:sldId xmlns:r="http://schemas.openxmlformats.org/officeDocument/2006/relationships" id="268" r:id="R35826410c1ec46c6"/>
    <p:sldId xmlns:r="http://schemas.openxmlformats.org/officeDocument/2006/relationships" id="269" r:id="Re4c77e2dac5e4fba"/>
    <p:sldId xmlns:r="http://schemas.openxmlformats.org/officeDocument/2006/relationships" id="270" r:id="R409c2ae9580d468a"/>
    <p:sldId xmlns:r="http://schemas.openxmlformats.org/officeDocument/2006/relationships" id="271" r:id="Ra8bbeba60e554102"/>
    <p:sldId xmlns:r="http://schemas.openxmlformats.org/officeDocument/2006/relationships" id="272" r:id="Rf8636a3d733f44f8"/>
    <p:sldId xmlns:r="http://schemas.openxmlformats.org/officeDocument/2006/relationships" id="273" r:id="Re5debd3c16984951"/>
    <p:sldId xmlns:r="http://schemas.openxmlformats.org/officeDocument/2006/relationships" id="274" r:id="R7e0a73698ac94dc7"/>
    <p:sldId xmlns:r="http://schemas.openxmlformats.org/officeDocument/2006/relationships" id="275" r:id="R3256d206301b4271"/>
    <p:sldId xmlns:r="http://schemas.openxmlformats.org/officeDocument/2006/relationships" id="276" r:id="R400c82b3b1d049ae"/>
    <p:sldId xmlns:r="http://schemas.openxmlformats.org/officeDocument/2006/relationships" id="277" r:id="R29615eae434e4b17"/>
    <p:sldId xmlns:r="http://schemas.openxmlformats.org/officeDocument/2006/relationships" id="278" r:id="R595c5e7d13ba4e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c3a9187041490b" /><Relationship Type="http://schemas.openxmlformats.org/officeDocument/2006/relationships/slideMaster" Target="/ppt/slideMasters/slideMaster1.xml" Id="Ra609acaed7a54c37" /><Relationship Type="http://schemas.openxmlformats.org/officeDocument/2006/relationships/slideMaster" Target="/ppt/slideMasters/slideMaster2.xml" Id="Rfafe967355404447" /><Relationship Type="http://schemas.openxmlformats.org/officeDocument/2006/relationships/notesMaster" Target="/ppt/notesMasters/notesMaster1.xml" Id="R6f4418946cca4493" /><Relationship Type="http://schemas.openxmlformats.org/officeDocument/2006/relationships/presProps" Target="/ppt/presProps.xml" Id="R3d269025b62842f7" /><Relationship Type="http://schemas.openxmlformats.org/officeDocument/2006/relationships/viewProps" Target="/ppt/viewProps.xml" Id="Rde73b1ab89d74ec7" /><Relationship Type="http://schemas.openxmlformats.org/officeDocument/2006/relationships/tableStyles" Target="/ppt/tableStyles.xml" Id="Rcf8d42b241234043" /><Relationship Type="http://schemas.openxmlformats.org/officeDocument/2006/relationships/slide" Target="/ppt/slides/slide1.xml" Id="Rac530959a3e64ee4" /><Relationship Type="http://schemas.openxmlformats.org/officeDocument/2006/relationships/slide" Target="/ppt/slides/slide2.xml" Id="R4a878604d9204975" /><Relationship Type="http://schemas.openxmlformats.org/officeDocument/2006/relationships/slide" Target="/ppt/slides/slide3.xml" Id="R28872242cb954717" /><Relationship Type="http://schemas.openxmlformats.org/officeDocument/2006/relationships/slide" Target="/ppt/slides/slide4.xml" Id="R167fea0f6f33433c" /><Relationship Type="http://schemas.openxmlformats.org/officeDocument/2006/relationships/slide" Target="/ppt/slides/slide5.xml" Id="R1c064b05962348a0" /><Relationship Type="http://schemas.openxmlformats.org/officeDocument/2006/relationships/slide" Target="/ppt/slides/slide6.xml" Id="R9956eabfbd18425f" /><Relationship Type="http://schemas.openxmlformats.org/officeDocument/2006/relationships/slide" Target="/ppt/slides/slide7.xml" Id="R0ea8e21ed8a040df" /><Relationship Type="http://schemas.openxmlformats.org/officeDocument/2006/relationships/slide" Target="/ppt/slides/slide8.xml" Id="R8829b63a90d343db" /><Relationship Type="http://schemas.openxmlformats.org/officeDocument/2006/relationships/slide" Target="/ppt/slides/slide9.xml" Id="R4f3704ced3964136" /><Relationship Type="http://schemas.openxmlformats.org/officeDocument/2006/relationships/slide" Target="/ppt/slides/slide10.xml" Id="R0cd3228d3f484c97" /><Relationship Type="http://schemas.openxmlformats.org/officeDocument/2006/relationships/slide" Target="/ppt/slides/slide11.xml" Id="R1bb708b2f98e461f" /><Relationship Type="http://schemas.openxmlformats.org/officeDocument/2006/relationships/slide" Target="/ppt/slides/slide12.xml" Id="R7f49be2ce7664f62" /><Relationship Type="http://schemas.openxmlformats.org/officeDocument/2006/relationships/slide" Target="/ppt/slides/slide13.xml" Id="R35826410c1ec46c6" /><Relationship Type="http://schemas.openxmlformats.org/officeDocument/2006/relationships/slide" Target="/ppt/slides/slide14.xml" Id="Re4c77e2dac5e4fba" /><Relationship Type="http://schemas.openxmlformats.org/officeDocument/2006/relationships/slide" Target="/ppt/slides/slide15.xml" Id="R409c2ae9580d468a" /><Relationship Type="http://schemas.openxmlformats.org/officeDocument/2006/relationships/slide" Target="/ppt/slides/slide16.xml" Id="Ra8bbeba60e554102" /><Relationship Type="http://schemas.openxmlformats.org/officeDocument/2006/relationships/slide" Target="/ppt/slides/slide17.xml" Id="Rf8636a3d733f44f8" /><Relationship Type="http://schemas.openxmlformats.org/officeDocument/2006/relationships/slide" Target="/ppt/slides/slide18.xml" Id="Re5debd3c16984951" /><Relationship Type="http://schemas.openxmlformats.org/officeDocument/2006/relationships/slide" Target="/ppt/slides/slide19.xml" Id="R7e0a73698ac94dc7" /><Relationship Type="http://schemas.openxmlformats.org/officeDocument/2006/relationships/slide" Target="/ppt/slides/slide20.xml" Id="R3256d206301b4271" /><Relationship Type="http://schemas.openxmlformats.org/officeDocument/2006/relationships/slide" Target="/ppt/slides/slide21.xml" Id="R400c82b3b1d049ae" /><Relationship Type="http://schemas.openxmlformats.org/officeDocument/2006/relationships/slide" Target="/ppt/slides/slide22.xml" Id="R29615eae434e4b17" /><Relationship Type="http://schemas.openxmlformats.org/officeDocument/2006/relationships/slide" Target="/ppt/slides/slide23.xml" Id="R595c5e7d13ba4e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491ca1c9b5f49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456d1067db46d7" /><Relationship Type="http://schemas.openxmlformats.org/officeDocument/2006/relationships/notesMaster" Target="/ppt/notesMasters/notesMaster1.xml" Id="Rc99a1f9e6e6c45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b5e1837d254450" /><Relationship Type="http://schemas.openxmlformats.org/officeDocument/2006/relationships/notesMaster" Target="/ppt/notesMasters/notesMaster1.xml" Id="R5d30bfc8490d4c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5f017511024329" /><Relationship Type="http://schemas.openxmlformats.org/officeDocument/2006/relationships/notesMaster" Target="/ppt/notesMasters/notesMaster1.xml" Id="Re9ce3d5d46f54c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1aa5d466934e6f" /><Relationship Type="http://schemas.openxmlformats.org/officeDocument/2006/relationships/notesMaster" Target="/ppt/notesMasters/notesMaster1.xml" Id="R262a4e62d54b4a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e2cae8e02c4c06" /><Relationship Type="http://schemas.openxmlformats.org/officeDocument/2006/relationships/notesMaster" Target="/ppt/notesMasters/notesMaster1.xml" Id="R5afcc5b5d75b42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f61c67c061491d" /><Relationship Type="http://schemas.openxmlformats.org/officeDocument/2006/relationships/notesMaster" Target="/ppt/notesMasters/notesMaster1.xml" Id="R8e7aa0fafb414a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bce344e03e40f0" /><Relationship Type="http://schemas.openxmlformats.org/officeDocument/2006/relationships/notesMaster" Target="/ppt/notesMasters/notesMaster1.xml" Id="Ra4add3b00bb846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59371408849ff" /><Relationship Type="http://schemas.openxmlformats.org/officeDocument/2006/relationships/notesMaster" Target="/ppt/notesMasters/notesMaster1.xml" Id="Ra8b47aed53ef40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f288442f65401f" /><Relationship Type="http://schemas.openxmlformats.org/officeDocument/2006/relationships/notesMaster" Target="/ppt/notesMasters/notesMaster1.xml" Id="Ra001d36a876543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9015bb630c4008" /><Relationship Type="http://schemas.openxmlformats.org/officeDocument/2006/relationships/notesMaster" Target="/ppt/notesMasters/notesMaster1.xml" Id="Rcadab767f8784c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55ab7d138c4caf" /><Relationship Type="http://schemas.openxmlformats.org/officeDocument/2006/relationships/notesMaster" Target="/ppt/notesMasters/notesMaster1.xml" Id="Rdc7668d0da3746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39c75edcb540d6" /><Relationship Type="http://schemas.openxmlformats.org/officeDocument/2006/relationships/notesMaster" Target="/ppt/notesMasters/notesMaster1.xml" Id="R8bb8204698ac43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92b946595f48cc" /><Relationship Type="http://schemas.openxmlformats.org/officeDocument/2006/relationships/notesMaster" Target="/ppt/notesMasters/notesMaster1.xml" Id="R42a4aab54aa442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caf8a985654388" /><Relationship Type="http://schemas.openxmlformats.org/officeDocument/2006/relationships/notesMaster" Target="/ppt/notesMasters/notesMaster1.xml" Id="Rf3057a4352fe48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bef13b41b04968" /><Relationship Type="http://schemas.openxmlformats.org/officeDocument/2006/relationships/notesMaster" Target="/ppt/notesMasters/notesMaster1.xml" Id="R3a82ad3aff2241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7aae35d7ad4050" /><Relationship Type="http://schemas.openxmlformats.org/officeDocument/2006/relationships/notesMaster" Target="/ppt/notesMasters/notesMaster1.xml" Id="R7a7ee8cb1eb54c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14403e9a6f4045" /><Relationship Type="http://schemas.openxmlformats.org/officeDocument/2006/relationships/notesMaster" Target="/ppt/notesMasters/notesMaster1.xml" Id="R072c61749da14a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fa921932fc49c9" /><Relationship Type="http://schemas.openxmlformats.org/officeDocument/2006/relationships/notesMaster" Target="/ppt/notesMasters/notesMaster1.xml" Id="R93bfc2daa68c4a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e51054929649f1" /><Relationship Type="http://schemas.openxmlformats.org/officeDocument/2006/relationships/notesMaster" Target="/ppt/notesMasters/notesMaster1.xml" Id="R4c772280c96442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fd2bf63b00944c0" /><Relationship Type="http://schemas.openxmlformats.org/officeDocument/2006/relationships/notesMaster" Target="/ppt/notesMasters/notesMaster1.xml" Id="Rc1a7ddfec91c44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985115f50e54280" /><Relationship Type="http://schemas.openxmlformats.org/officeDocument/2006/relationships/notesMaster" Target="/ppt/notesMasters/notesMaster1.xml" Id="R290ab62471c649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a6574357f14134" /><Relationship Type="http://schemas.openxmlformats.org/officeDocument/2006/relationships/notesMaster" Target="/ppt/notesMasters/notesMaster1.xml" Id="Rbb409e0f863f4f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1f5655adf3f40f5" /><Relationship Type="http://schemas.openxmlformats.org/officeDocument/2006/relationships/notesMaster" Target="/ppt/notesMasters/notesMaster1.xml" Id="R9a49a98958d24c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  <a:p xmlns:a="http://schemas.openxmlformats.org/drawingml/2006/main">
            <a:r>
              <a:t>OJGuard materials/evidence/AgentTeams_真实运行证据.md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materials/MCP_工具契约与迁移说明.md</a:t>
            </a:r>
          </a:p>
          <a:p xmlns:a="http://schemas.openxmlformats.org/drawingml/2006/main">
            <a:r>
              <a:t>OJGuard tests/test_agentteams_runtime_control.py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output/evidence/java-runtime-comparison.json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  <a:p xmlns:a="http://schemas.openxmlformats.org/drawingml/2006/main">
            <a:r>
              <a:t>OJGuard output/evidence/incidents/runtime-regression-report.json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a429651414e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66df4482b1414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7d15c1acef44b8" /><Relationship Type="http://schemas.openxmlformats.org/officeDocument/2006/relationships/slideLayout" Target="/ppt/slideLayouts/slideLayout1.xml" Id="Rfcdb6b70f9974b1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746b51756034d47" /><Relationship Type="http://schemas.openxmlformats.org/officeDocument/2006/relationships/slideLayout" Target="/ppt/slideLayouts/slideLayout2.xml" Id="R0f916f25828444b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db6b70f9974b1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0f916f25828444b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e5735dd7e4068" /><Relationship Type="http://schemas.openxmlformats.org/officeDocument/2006/relationships/notesSlide" Target="/ppt/notesSlides/notesSlide1.xml" Id="Rc576610a76b849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baefcc95e4a36" /><Relationship Type="http://schemas.openxmlformats.org/officeDocument/2006/relationships/notesSlide" Target="/ppt/notesSlides/notesSlide2.xml" Id="Re7c46471104640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fa6fdd83d47fd" /><Relationship Type="http://schemas.openxmlformats.org/officeDocument/2006/relationships/image" Target="/ppt/media/image.jpeg" Id="R0cbb21c70f1648de" /><Relationship Type="http://schemas.openxmlformats.org/officeDocument/2006/relationships/image" Target="/ppt/media/image.svg" Id="Rbbb75b9c35ae4267" /><Relationship Type="http://schemas.openxmlformats.org/officeDocument/2006/relationships/image" Target="/ppt/media/image2.jpeg" Id="R17f0945a71c64718" /><Relationship Type="http://schemas.openxmlformats.org/officeDocument/2006/relationships/image" Target="/ppt/media/image2.svg" Id="Rf19106015af34bda" /><Relationship Type="http://schemas.openxmlformats.org/officeDocument/2006/relationships/notesSlide" Target="/ppt/notesSlides/notesSlide3.xml" Id="R4e7d4969bf8d48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91156563e4d40" /><Relationship Type="http://schemas.openxmlformats.org/officeDocument/2006/relationships/notesSlide" Target="/ppt/notesSlides/notesSlide4.xml" Id="R3af3fa6a6cf645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493b8f38194143" /><Relationship Type="http://schemas.openxmlformats.org/officeDocument/2006/relationships/notesSlide" Target="/ppt/notesSlides/notesSlide5.xml" Id="R9bbfec12d1b9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8c53395154528" /><Relationship Type="http://schemas.openxmlformats.org/officeDocument/2006/relationships/image" Target="/ppt/media/image3.jpeg" Id="R14e7ef997f3f494d" /><Relationship Type="http://schemas.openxmlformats.org/officeDocument/2006/relationships/image" Target="/ppt/media/image3.svg" Id="R6e5366b32c23486e" /><Relationship Type="http://schemas.openxmlformats.org/officeDocument/2006/relationships/notesSlide" Target="/ppt/notesSlides/notesSlide6.xml" Id="R6b54636d4e6e48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262745cdf4a1e" /><Relationship Type="http://schemas.openxmlformats.org/officeDocument/2006/relationships/notesSlide" Target="/ppt/notesSlides/notesSlide7.xml" Id="R3827354aaa6a4d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6a8d872ab3419d" /><Relationship Type="http://schemas.openxmlformats.org/officeDocument/2006/relationships/notesSlide" Target="/ppt/notesSlides/notesSlide8.xml" Id="R9a1c19ff529847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10787fe364349" /><Relationship Type="http://schemas.openxmlformats.org/officeDocument/2006/relationships/notesSlide" Target="/ppt/notesSlides/notesSlide9.xml" Id="R9aa5e22423f84c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0f5baa43145a6" /><Relationship Type="http://schemas.openxmlformats.org/officeDocument/2006/relationships/image" Target="/ppt/media/image4.jpeg" Id="R48e0eeefe7394b94" /><Relationship Type="http://schemas.openxmlformats.org/officeDocument/2006/relationships/image" Target="/ppt/media/image4.svg" Id="R07d2f85c9aa94e4c" /><Relationship Type="http://schemas.openxmlformats.org/officeDocument/2006/relationships/image" Target="/ppt/media/image.png" Id="Rf9cc37d266bc449c" /><Relationship Type="http://schemas.openxmlformats.org/officeDocument/2006/relationships/image" Target="/ppt/media/image5.svg" Id="R2619ff0700d44061" /><Relationship Type="http://schemas.openxmlformats.org/officeDocument/2006/relationships/notesSlide" Target="/ppt/notesSlides/notesSlide10.xml" Id="Ra3d01799cc9143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c6c4d615a4409" /><Relationship Type="http://schemas.openxmlformats.org/officeDocument/2006/relationships/notesSlide" Target="/ppt/notesSlides/notesSlide11.xml" Id="R77dcc1bf061144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65c6287634128" /><Relationship Type="http://schemas.openxmlformats.org/officeDocument/2006/relationships/notesSlide" Target="/ppt/notesSlides/notesSlide12.xml" Id="Rbae8b45db4d045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c78ef8fdc442d" /><Relationship Type="http://schemas.openxmlformats.org/officeDocument/2006/relationships/notesSlide" Target="/ppt/notesSlides/notesSlide13.xml" Id="R1d49415afb334b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4dea31c934728" /><Relationship Type="http://schemas.openxmlformats.org/officeDocument/2006/relationships/notesSlide" Target="/ppt/notesSlides/notesSlide14.xml" Id="R03e48f12513740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d43793ebc14bca" /><Relationship Type="http://schemas.openxmlformats.org/officeDocument/2006/relationships/notesSlide" Target="/ppt/notesSlides/notesSlide15.xml" Id="R132b434633ec41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a32b35461421d" /><Relationship Type="http://schemas.openxmlformats.org/officeDocument/2006/relationships/image" Target="/ppt/media/image2.png" Id="R4a5d6a18399f4f64" /><Relationship Type="http://schemas.openxmlformats.org/officeDocument/2006/relationships/image" Target="/ppt/media/image6.svg" Id="Re2cfedc458844be1" /><Relationship Type="http://schemas.openxmlformats.org/officeDocument/2006/relationships/notesSlide" Target="/ppt/notesSlides/notesSlide16.xml" Id="Rd76a196765c14b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ea86c5c6d44b3" /><Relationship Type="http://schemas.openxmlformats.org/officeDocument/2006/relationships/notesSlide" Target="/ppt/notesSlides/notesSlide17.xml" Id="R97d2d9d5b7c240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d1e9052704584" /><Relationship Type="http://schemas.openxmlformats.org/officeDocument/2006/relationships/notesSlide" Target="/ppt/notesSlides/notesSlide18.xml" Id="R5133911684514e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8b969e76534a99" /><Relationship Type="http://schemas.openxmlformats.org/officeDocument/2006/relationships/notesSlide" Target="/ppt/notesSlides/notesSlide19.xml" Id="Re7ef6a9a2eb04b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65764cb8a4f20" /><Relationship Type="http://schemas.openxmlformats.org/officeDocument/2006/relationships/notesSlide" Target="/ppt/notesSlides/notesSlide20.xml" Id="R4eec84f0fb1647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03158a34e4221" /><Relationship Type="http://schemas.openxmlformats.org/officeDocument/2006/relationships/image" Target="/ppt/media/image.jpeg" Id="R0c5d1aab24ab49fc" /><Relationship Type="http://schemas.openxmlformats.org/officeDocument/2006/relationships/image" Target="/ppt/media/image2.jpeg" Id="Rc0eb649206e44fbf" /><Relationship Type="http://schemas.openxmlformats.org/officeDocument/2006/relationships/image" Target="/ppt/media/image3.jpeg" Id="R5811f157b0914f6f" /><Relationship Type="http://schemas.openxmlformats.org/officeDocument/2006/relationships/image" Target="/ppt/media/image3.png" Id="Ra6000ca250b44ef4" /><Relationship Type="http://schemas.openxmlformats.org/officeDocument/2006/relationships/image" Target="/ppt/media/image7.svg" Id="Rf9ef3b9660d54007" /><Relationship Type="http://schemas.openxmlformats.org/officeDocument/2006/relationships/notesSlide" Target="/ppt/notesSlides/notesSlide21.xml" Id="Rb49fc14c583c46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3bff1904b4015" /><Relationship Type="http://schemas.openxmlformats.org/officeDocument/2006/relationships/image" Target="/ppt/media/image.jpeg" Id="R0ffc5825352549cd" /><Relationship Type="http://schemas.openxmlformats.org/officeDocument/2006/relationships/image" Target="/ppt/media/image.svg" Id="R0208d07ccf734a9b" /><Relationship Type="http://schemas.openxmlformats.org/officeDocument/2006/relationships/image" Target="/ppt/media/image2.jpeg" Id="R2adce49e8dd14bb2" /><Relationship Type="http://schemas.openxmlformats.org/officeDocument/2006/relationships/image" Target="/ppt/media/image2.svg" Id="Rb555a292054a4cc6" /><Relationship Type="http://schemas.openxmlformats.org/officeDocument/2006/relationships/notesSlide" Target="/ppt/notesSlides/notesSlide22.xml" Id="R78e71fd522c54f2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c7366d9fb49fd" /><Relationship Type="http://schemas.openxmlformats.org/officeDocument/2006/relationships/image" Target="/ppt/media/image4.jpeg" Id="R81335ca4f3ab492c" /><Relationship Type="http://schemas.openxmlformats.org/officeDocument/2006/relationships/image" Target="/ppt/media/image4.png" Id="R1b60bf6a9f7140ca" /><Relationship Type="http://schemas.openxmlformats.org/officeDocument/2006/relationships/image" Target="/ppt/media/image8.svg" Id="R9f5b95727d6e4f13" /><Relationship Type="http://schemas.openxmlformats.org/officeDocument/2006/relationships/notesSlide" Target="/ppt/notesSlides/notesSlide23.xml" Id="Rb3d3744ae73d43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80E626-212B-4C14-B6F2-ABDCB9F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F476A-5F46-460C-B509-B9E721E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2425E5-AAB7-429E-A580-7183B1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34FAA8-2711-4FB7-A811-6D8D0BE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 · Agent Infra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9398C4-1D74-424C-B3E5-9C5D86C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在线测评事故响应与可信重评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343E427-AE3B-48E2-9E8E-68CE2E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单人团队 · 可运行开源作品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797F66-FCD9-4EB3-AE73-9ABFCCC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从异常信号到可信重评，以证据驱动闭环</a:t>
            </a:r>
          </a:p>
        </p:txBody>
      </p:sp>
    </p:spTree>
    <p:extLst>
      <p:ext uri="{BB962C8B-B14F-4D97-AF65-F5344CB8AC3E}">
        <p14:creationId xmlns:p14="http://schemas.microsoft.com/office/powerpoint/2010/main" val="16811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面向在线测评运营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环境异常会污染评测结果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难定位、难定界、难安全重评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 Agent 协同 + 确定性工具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发现→定界→审批→重评→核验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证据优先、幂等重评、状态机治理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高风险动作必须人工批准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可迁移节点退化与 Checker 缺陷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后端、Vue3 前端、AgentTeams 动态路由与恢复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63 项测试 + 两类协作证据可复核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真实事故：Java 运行时回归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镜像切换后错误率从 8.3% 升至 41.4%。OJGuard 将异常还原为可复核证据、精确影响范围与可信重评任务。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固定种子 20260802 · 三类场景均可复现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b21c70f1648de">
            <a:extLst>
              <a:ext uri="{96DAC541-7B7A-43D3-8B79-37D633B846F1}">
                <asvg:svgBlip xmlns:asvg="http://schemas.microsoft.com/office/drawing/2016/SVG/main" r:embed="Rbbb75b9c35ae42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0945a71c64718">
            <a:extLst>
              <a:ext uri="{96DAC541-7B7A-43D3-8B79-37D633B846F1}">
                <asvg:svgBlip xmlns:asvg="http://schemas.microsoft.com/office/drawing/2016/SVG/main" r:embed="Rf19106015af34b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4B5F1E-8217-4ECD-9F5A-9C69A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C15EC4-5470-4E47-AE4A-E838AE1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E94676F-CEFD-4258-B7BC-C602EE6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59012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FBFDC0-0F00-4CF9-BA1B-5FCF1F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承上启下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4A784-AB0C-4B37-986F-D3B23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F50BB3-2EFE-4F35-8E44-34990A7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63FAA5A-5435-4234-9F16-09C5FD7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共享 IncidentContext 生成合法 RouteOption；Manager 选择实验，AgentRun/Event 按序记录路由、工具、门禁与状态。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7ef997f3f494d">
            <a:extLst>
              <a:ext uri="{96DAC541-7B7A-43D3-8B79-37D633B846F1}">
                <asvg:svgBlip xmlns:asvg="http://schemas.microsoft.com/office/drawing/2016/SVG/main" r:embed="R6e5366b32c2348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77415" y="1801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7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0D842F-3B02-4B1A-8002-9F84545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2298194-FF19-4691-8B66-A5533EE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60A224B-C790-46C1-AAFE-A95C611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AD0FCDDC-23D2-4728-A6F8-EAA744B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7BEAD2C-A999-4457-9E85-5D9C2A7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E6FBAD3F-3A0A-49D1-A70E-F3F6583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2CE338B-19AD-424E-9BC3-30AA8D3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BA31599-A599-420F-B60F-454B7B8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306728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C4C02-D03B-4981-8197-3AA110C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08906C-F54D-43B4-A539-98D0392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6C2E999-D206-4914-8C57-8B7B5E7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3 个实验候选可补选；灰度失败进入 PAUSED，经新计划与重新审批恢复；真实协作已完成 20 条响应。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0eeefe7394b94">
            <a:extLst>
              <a:ext uri="{96DAC541-7B7A-43D3-8B79-37D633B846F1}">
                <asvg:svgBlip xmlns:asvg="http://schemas.microsoft.com/office/drawing/2016/SVG/main" r:embed="R07d2f85c9aa94e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c37d266bc449c">
            <a:extLst>
              <a:ext uri="{96DAC541-7B7A-43D3-8B79-37D633B846F1}">
                <asvg:svgBlip xmlns:asvg="http://schemas.microsoft.com/office/drawing/2016/SVG/main" r:embed="R2619ff0700d440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4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3C1AA86-874A-44C1-A562-B9C7650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E83B51-0E9D-4639-BCAB-82A9DB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48217-8C9F-4E2F-8B40-50B1E4B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/ MCP 工程体系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748C36-06FD-40B6-9159-68510BC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12CF9BDC-B999-4C0E-8EB0-DF2AB8E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C1B4EBF2-B488-4BD5-A8A1-34732A2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3E9516C3-301E-45D8-A413-126758B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79569B8C-3E2D-4B01-BE3C-D45F30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593871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8C039D-ED69-4D2D-95E2-69CB758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ECFA1D-F198-4793-8DB5-BA5C43D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9 个可复用 Skill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AF09216-B993-4436-8E47-C795C38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F51C85-36BB-4B16-ADD3-CD81BC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485DC7E-1547-4278-A25F-002DC95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9 个 Skill 定义协作边界；12 个 MCP 工具支持候选实验与版本化恢复，确定性状态机拒绝合同外路由和越权执行。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d6a18399f4f64">
            <a:extLst>
              <a:ext uri="{96DAC541-7B7A-43D3-8B79-37D633B846F1}">
                <asvg:svgBlip xmlns:asvg="http://schemas.microsoft.com/office/drawing/2016/SVG/main" r:embed="Re2cfedc458844b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25165" y="2377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7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B7F5ECE-23E6-468F-B9C5-DA1E6374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23E897B9-37B3-4909-8C27-55B8B57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CE4DFAC-D77B-4DDB-BAD0-77B848A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工程落地与运行证据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CEB3EEE-C80D-4D54-B9B7-0340290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7AB28E3-F3E4-40C3-8EED-9607BA5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0F60E69-4BD5-4494-9AF9-A7F8D6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4E7EE0F-34F2-43C2-A2CD-E98F7E3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A5A4C200-1D0C-44A2-B6A0-7F5E846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18583298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Runner、AgentRun、动态路由与恢复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真实协作 + 零成本异常链证据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47751F-4164-4149-BBF6-F132EBA8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96F8A6-A5F5-4EB4-94EA-04BD950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可复现证据链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3D4CE23-66DC-4D5A-B1FC-4EC2001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真实 AgentTeams 证明 6 个 Worker 参与；零成本证据验证 3 候选补选与灰度恢复；两类证据分级、不混淆。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d1aab24ab49fc"/>
          <a:stretch xmlns:a="http://schemas.openxmlformats.org/drawingml/2006/main"/>
        </p:blipFill>
        <p:spPr>
          <a:xfrm xmlns:a="http://schemas.openxmlformats.org/drawingml/2006/main">
            <a:off x="2108200" y="1990946"/>
            <a:ext cx="3830087" cy="2155749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b649206e44fbf"/>
          <a:stretch xmlns:a="http://schemas.openxmlformats.org/drawingml/2006/main"/>
        </p:blipFill>
        <p:spPr>
          <a:xfrm xmlns:a="http://schemas.openxmlformats.org/drawingml/2006/main">
            <a:off x="6185535" y="1996543"/>
            <a:ext cx="3837275" cy="2159794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1f157b0914f6f"/>
          <a:stretch xmlns:a="http://schemas.openxmlformats.org/drawingml/2006/main"/>
        </p:blipFill>
        <p:spPr>
          <a:xfrm xmlns:a="http://schemas.openxmlformats.org/drawingml/2006/main">
            <a:off x="2108537" y="4288155"/>
            <a:ext cx="3837640" cy="21600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00ca250b44ef4">
            <a:extLst>
              <a:ext uri="{96DAC541-7B7A-43D3-8B79-37D633B846F1}">
                <asvg:svgBlip xmlns:asvg="http://schemas.microsoft.com/office/drawing/2016/SVG/main" r:embed="Rf9ef3b9660d540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85535" y="4303395"/>
            <a:ext cx="3831800" cy="216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6483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真实事故：Java 运行时回归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镜像切换后错误率从 8.3% 升至 41.4%。OJGuard 将异常还原为可复核证据、精确影响范围与可信重评任务。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固定种子 20260802 · 三类场景均可复现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c5825352549cd">
            <a:extLst>
              <a:ext uri="{96DAC541-7B7A-43D3-8B79-37D633B846F1}">
                <asvg:svgBlip xmlns:asvg="http://schemas.microsoft.com/office/drawing/2016/SVG/main" r:embed="R0208d07ccf734a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ce49e8dd14bb2">
            <a:extLst>
              <a:ext uri="{96DAC541-7B7A-43D3-8B79-37D633B846F1}">
                <asvg:svgBlip xmlns:asvg="http://schemas.microsoft.com/office/drawing/2016/SVG/main" r:embed="Rb555a292054a4c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27F411-ED70-430F-A617-CCA33963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可运行成果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A6AA91-10E3-458C-A1DE-9FC5EB02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已完成的闭环证据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9CF89D1-807E-4D35-AF0D-92BD20C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CF14C20-7EB4-485F-83DE-36C35B33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真实协作从 TRIAGING 推进至 RESOLVED；确定性证据补齐“3 候选→补选实验”和“灰度失败→新计划→重审批→恢复灰度”，63 项测试全部通过。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35ca4f3ab492c"/>
          <a:stretch xmlns:a="http://schemas.openxmlformats.org/drawingml/2006/main"/>
        </p:blipFill>
        <p:spPr>
          <a:xfrm xmlns:a="http://schemas.openxmlformats.org/drawingml/2006/main">
            <a:off x="929640" y="2330573"/>
            <a:ext cx="4911725" cy="27645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0bf6a9f7140ca">
            <a:extLst>
              <a:ext uri="{96DAC541-7B7A-43D3-8B79-37D633B846F1}">
                <asvg:svgBlip xmlns:asvg="http://schemas.microsoft.com/office/drawing/2016/SVG/main" r:embed="R9f5b95727d6e4f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79210" y="2458720"/>
            <a:ext cx="5327015" cy="2482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090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2026-08-03T07:20:24.1330000Z</dcterms:created>
  <dcterms:modified xsi:type="dcterms:W3CDTF">2026-08-03T07:20:24.1330000Z</dcterms:modified>
</coreProperties>
</file>