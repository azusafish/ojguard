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c7924c3b4c54460" Type="http://schemas.openxmlformats.org/officeDocument/2006/relationships/extended-properties" Target="docProps/app.xml"/><Relationship Id="Ra87a9fc0a13343b7" Type="http://schemas.openxmlformats.org/officeDocument/2006/relationships/officeDocument" Target="ppt/presentation.xml"/><Relationship Id="Re96a89da582042a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5696e03e6a478e"/>
    <p:sldMasterId xmlns:r="http://schemas.openxmlformats.org/officeDocument/2006/relationships" id="2147483650" r:id="R716c49aa4c344688"/>
  </p:sldMasterIdLst>
  <p:notesMasterIdLst>
    <p:notesMasterId xmlns:r="http://schemas.openxmlformats.org/officeDocument/2006/relationships" r:id="R58fc9d8361e0468a"/>
  </p:notesMasterIdLst>
  <p:sldIdLst>
    <p:sldId xmlns:r="http://schemas.openxmlformats.org/officeDocument/2006/relationships" id="256" r:id="R873eb34d10514d83"/>
    <p:sldId xmlns:r="http://schemas.openxmlformats.org/officeDocument/2006/relationships" id="257" r:id="R0c04979ec2a744d7"/>
    <p:sldId xmlns:r="http://schemas.openxmlformats.org/officeDocument/2006/relationships" id="258" r:id="R2ab78bf2c1fa4232"/>
    <p:sldId xmlns:r="http://schemas.openxmlformats.org/officeDocument/2006/relationships" id="259" r:id="R714f5cc8118c4e11"/>
    <p:sldId xmlns:r="http://schemas.openxmlformats.org/officeDocument/2006/relationships" id="260" r:id="R419ff99caf4549f1"/>
    <p:sldId xmlns:r="http://schemas.openxmlformats.org/officeDocument/2006/relationships" id="261" r:id="Rac56c39abd434544"/>
    <p:sldId xmlns:r="http://schemas.openxmlformats.org/officeDocument/2006/relationships" id="262" r:id="Rb004a2ddbc0a4708"/>
    <p:sldId xmlns:r="http://schemas.openxmlformats.org/officeDocument/2006/relationships" id="263" r:id="R83151e6454ad4df0"/>
    <p:sldId xmlns:r="http://schemas.openxmlformats.org/officeDocument/2006/relationships" id="264" r:id="Ra7d6ae3778b74c81"/>
    <p:sldId xmlns:r="http://schemas.openxmlformats.org/officeDocument/2006/relationships" id="265" r:id="R337178a4ea014a4d"/>
    <p:sldId xmlns:r="http://schemas.openxmlformats.org/officeDocument/2006/relationships" id="266" r:id="R74989946fd2d41ca"/>
    <p:sldId xmlns:r="http://schemas.openxmlformats.org/officeDocument/2006/relationships" id="267" r:id="R05e54bef2676432b"/>
    <p:sldId xmlns:r="http://schemas.openxmlformats.org/officeDocument/2006/relationships" id="268" r:id="R1f0c4b07f9064867"/>
    <p:sldId xmlns:r="http://schemas.openxmlformats.org/officeDocument/2006/relationships" id="269" r:id="Racd261f5f9114893"/>
    <p:sldId xmlns:r="http://schemas.openxmlformats.org/officeDocument/2006/relationships" id="270" r:id="Rd5b40824e83542db"/>
    <p:sldId xmlns:r="http://schemas.openxmlformats.org/officeDocument/2006/relationships" id="271" r:id="Rb0181c6e26e3437e"/>
    <p:sldId xmlns:r="http://schemas.openxmlformats.org/officeDocument/2006/relationships" id="272" r:id="R23c850f68bf34fbe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5e54bef2676432b" Type="http://schemas.openxmlformats.org/officeDocument/2006/relationships/slide" Target="slides/slide12.xml"/><Relationship Id="R0c04979ec2a744d7" Type="http://schemas.openxmlformats.org/officeDocument/2006/relationships/slide" Target="slides/slide2.xml"/><Relationship Id="R16d23b4646dd4c23" Type="http://schemas.openxmlformats.org/officeDocument/2006/relationships/theme" Target="theme/theme1.xml"/><Relationship Id="R1a5696e03e6a478e" Type="http://schemas.openxmlformats.org/officeDocument/2006/relationships/slideMaster" Target="slideMasters/slideMaster1.xml"/><Relationship Id="R1f0c4b07f9064867" Type="http://schemas.openxmlformats.org/officeDocument/2006/relationships/slide" Target="slides/slide13.xml"/><Relationship Id="R23c850f68bf34fbe" Type="http://schemas.openxmlformats.org/officeDocument/2006/relationships/slide" Target="slides/slide17.xml"/><Relationship Id="R2ab78bf2c1fa4232" Type="http://schemas.openxmlformats.org/officeDocument/2006/relationships/slide" Target="slides/slide3.xml"/><Relationship Id="R337178a4ea014a4d" Type="http://schemas.openxmlformats.org/officeDocument/2006/relationships/slide" Target="slides/slide10.xml"/><Relationship Id="R419ff99caf4549f1" Type="http://schemas.openxmlformats.org/officeDocument/2006/relationships/slide" Target="slides/slide5.xml"/><Relationship Id="R58fc9d8361e0468a" Type="http://schemas.openxmlformats.org/officeDocument/2006/relationships/notesMaster" Target="notesMasters/notesMaster1.xml"/><Relationship Id="R714f5cc8118c4e11" Type="http://schemas.openxmlformats.org/officeDocument/2006/relationships/slide" Target="slides/slide4.xml"/><Relationship Id="R716c49aa4c344688" Type="http://schemas.openxmlformats.org/officeDocument/2006/relationships/slideMaster" Target="slideMasters/slideMaster2.xml"/><Relationship Id="R74989946fd2d41ca" Type="http://schemas.openxmlformats.org/officeDocument/2006/relationships/slide" Target="slides/slide11.xml"/><Relationship Id="R83151e6454ad4df0" Type="http://schemas.openxmlformats.org/officeDocument/2006/relationships/slide" Target="slides/slide8.xml"/><Relationship Id="R873eb34d10514d83" Type="http://schemas.openxmlformats.org/officeDocument/2006/relationships/slide" Target="slides/slide1.xml"/><Relationship Id="R94e631a8a7974967" Type="http://schemas.openxmlformats.org/officeDocument/2006/relationships/tableStyles" Target="tableStyles.xml"/><Relationship Id="Ra7d6ae3778b74c81" Type="http://schemas.openxmlformats.org/officeDocument/2006/relationships/slide" Target="slides/slide9.xml"/><Relationship Id="Rac56c39abd434544" Type="http://schemas.openxmlformats.org/officeDocument/2006/relationships/slide" Target="slides/slide6.xml"/><Relationship Id="Racd261f5f9114893" Type="http://schemas.openxmlformats.org/officeDocument/2006/relationships/slide" Target="slides/slide14.xml"/><Relationship Id="Rb004a2ddbc0a4708" Type="http://schemas.openxmlformats.org/officeDocument/2006/relationships/slide" Target="slides/slide7.xml"/><Relationship Id="Rb0181c6e26e3437e" Type="http://schemas.openxmlformats.org/officeDocument/2006/relationships/slide" Target="slides/slide16.xml"/><Relationship Id="Rd5b40824e83542db" Type="http://schemas.openxmlformats.org/officeDocument/2006/relationships/slide" Target="slides/slide15.xml"/><Relationship Id="Re6f8b8b3c0d0481d" Type="http://schemas.openxmlformats.org/officeDocument/2006/relationships/viewProps" Target="viewProps.xml"/><Relationship Id="Rf1731e3c47624a0b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7ebd662d2ba04593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8caa8e95d80427c" Type="http://schemas.openxmlformats.org/officeDocument/2006/relationships/notesMaster" Target="../notesMasters/notesMaster1.xml"/><Relationship Id="Rc70a9ede215a46c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d28ae63d003f45e6" Type="http://schemas.openxmlformats.org/officeDocument/2006/relationships/notesMaster" Target="../notesMasters/notesMaster1.xml"/><Relationship Id="Rf18e255ce5d3419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ecc3d58958b483f" Type="http://schemas.openxmlformats.org/officeDocument/2006/relationships/slide" Target="../slides/slide3.xml"/><Relationship Id="R6f54fce46981406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4f45ed15bc6745ff" Type="http://schemas.openxmlformats.org/officeDocument/2006/relationships/slide" Target="../slides/slide4.xml"/><Relationship Id="Rc3e83feb20484734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7d0efc04a59439c" Type="http://schemas.openxmlformats.org/officeDocument/2006/relationships/notesMaster" Target="../notesMasters/notesMaster1.xml"/><Relationship Id="R7a49b557fed64d10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d5ad33fd5fc45d6" Type="http://schemas.openxmlformats.org/officeDocument/2006/relationships/slide" Target="../slides/slide6.xml"/><Relationship Id="Rcbc7037b2527463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ea659cdad87458d" Type="http://schemas.openxmlformats.org/officeDocument/2006/relationships/slide" Target="../slides/slide7.xml"/><Relationship Id="R8ba9a682c13e47f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c2d37ba2d0fb4366" Type="http://schemas.openxmlformats.org/officeDocument/2006/relationships/notesMaster" Target="../notesMasters/notesMaster1.xml"/><Relationship Id="Reffa63d90d5e4f74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e5d4b0bb0bf4064" Type="http://schemas.openxmlformats.org/officeDocument/2006/relationships/notesMaster" Target="../notesMasters/notesMaster1.xml"/><Relationship Id="Rbb4a36f8ee524255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ede5b81f1f34732" Type="http://schemas.openxmlformats.org/officeDocument/2006/relationships/notesMaster" Target="../notesMasters/notesMaster1.xml"/><Relationship Id="R7a4694a62cec4a00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e308e4bd11544b2" Type="http://schemas.openxmlformats.org/officeDocument/2006/relationships/notesMaster" Target="../notesMasters/notesMaster1.xml"/><Relationship Id="R9615c8a515cd4afe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4e53dfb282d4e32" Type="http://schemas.openxmlformats.org/officeDocument/2006/relationships/notesMaster" Target="../notesMasters/notesMaster1.xml"/><Relationship Id="Rec6ce68b626f4ef7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5828343bb7194055" Type="http://schemas.openxmlformats.org/officeDocument/2006/relationships/notesMaster" Target="../notesMasters/notesMaster1.xml"/><Relationship Id="R9a99a7beee0f44d4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cf4efa38c382457e" Type="http://schemas.openxmlformats.org/officeDocument/2006/relationships/slide" Target="../slides/slide14.xml"/><Relationship Id="Reff61a6ba83c443c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5131e5873124117" Type="http://schemas.openxmlformats.org/officeDocument/2006/relationships/slide" Target="../slides/slide15.xml"/><Relationship Id="Ra7cf7c1511b0480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5b1600ca9e24db9" Type="http://schemas.openxmlformats.org/officeDocument/2006/relationships/slide" Target="../slides/slide16.xml"/><Relationship Id="Rc415f3926fc145a5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a14c7c4a394a49b6" Type="http://schemas.openxmlformats.org/officeDocument/2006/relationships/slide" Target="../slides/slide17.xml"/><Relationship Id="Rf1fc7205523a46a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materials/evidence/AgentTeams_真实运行证据.md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output/evidence/java-runtime-comparison.json</a:t>
            </a:r>
          </a:p>
          <a:p xmlns:a="http://schemas.openxmlformats.org/drawingml/2006/main">
            <a:r>
              <a:t>OJGuard output/evidence/agentteams/agentteams-demo-result.json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OJGuard output/evidence/agentteams/agentteams-demo-result.json</a:t>
            </a:r>
          </a:p>
          <a:p xmlns:a="http://schemas.openxmlformats.org/drawingml/2006/main">
            <a:r>
              <a:t>OJGuard output/evidence/incidents/runtime-regression-report.json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7ca0a44776e4463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b3a50ddb4d148da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f640478354747f8" Type="http://schemas.openxmlformats.org/officeDocument/2006/relationships/theme" Target="theme/theme2.xml"/><Relationship Id="Rc175fe2245e1430d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21dd2b58245e4538" Type="http://schemas.openxmlformats.org/officeDocument/2006/relationships/slideLayout" Target="../slideLayouts/slideLayout2.xml"/><Relationship Id="R860f9e1ecdd348c6" Type="http://schemas.openxmlformats.org/officeDocument/2006/relationships/theme" Target="theme/theme3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5fe2245e1430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1dd2b58245e453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f9351589db34217" Type="http://schemas.openxmlformats.org/officeDocument/2006/relationships/notesSlide" Target="../notesSlides/notesSlide1.xml"/><Relationship Id="Rdd56603b333e43be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006bc4e382642aa" Type="http://schemas.openxmlformats.org/officeDocument/2006/relationships/notesSlide" Target="../notesSlides/notesSlide2.xml"/><Relationship Id="R95dcaa020349466b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89f978e712b4275" Type="http://schemas.openxmlformats.org/officeDocument/2006/relationships/slideLayout" Target="../slideLayouts/slideLayout2.xml"/><Relationship Id="Rd210a266b05b422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65fde8064a4461c" Type="http://schemas.openxmlformats.org/officeDocument/2006/relationships/notesSlide" Target="../notesSlides/notesSlide4.xml"/><Relationship Id="R8ff800a3add84490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0bc691efcff402c" Type="http://schemas.openxmlformats.org/officeDocument/2006/relationships/image" Target="../media/image2.svg"/><Relationship Id="R832cf17d0c90423f" Type="http://schemas.openxmlformats.org/officeDocument/2006/relationships/image" Target="../media/image.jpeg"/><Relationship Id="Ra88b1c2434a647ec" Type="http://schemas.openxmlformats.org/officeDocument/2006/relationships/image" Target="../media/image.svg"/><Relationship Id="Rb949d0d9a31c4b83" Type="http://schemas.openxmlformats.org/officeDocument/2006/relationships/slideLayout" Target="../slideLayouts/slideLayout1.xml"/><Relationship Id="Rcf42171175474b2d" Type="http://schemas.openxmlformats.org/officeDocument/2006/relationships/image" Target="../media/image2.jpeg"/><Relationship Id="Rf0eecf3f6aab415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aba76afa7194816" Type="http://schemas.openxmlformats.org/officeDocument/2006/relationships/slideLayout" Target="../slideLayouts/slideLayout2.xml"/><Relationship Id="Rea57d1bb43b1429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d40e5129b404c33" Type="http://schemas.openxmlformats.org/officeDocument/2006/relationships/notesSlide" Target="../notesSlides/notesSlide7.xml"/><Relationship Id="R21fc05da31074a10" Type="http://schemas.openxmlformats.org/officeDocument/2006/relationships/image" Target="../media/image3.jpeg"/><Relationship Id="R223f5e9dc1314a1e" Type="http://schemas.openxmlformats.org/officeDocument/2006/relationships/slideLayout" Target="../slideLayouts/slideLayout1.xml"/><Relationship Id="Rd5ff096c6168411a" Type="http://schemas.openxmlformats.org/officeDocument/2006/relationships/image" Target="../media/image3.svg"/></Relationships>
</file>

<file path=ppt/slides/_rels/slide8.xml.rels><?xml version='1.0' encoding='UTF-8' standalone='yes'?>
<Relationships xmlns="http://schemas.openxmlformats.org/package/2006/relationships"><Relationship Id="R49a90cfbf0fe4d1c" Type="http://schemas.openxmlformats.org/officeDocument/2006/relationships/slideLayout" Target="../slideLayouts/slideLayout2.xml"/><Relationship Id="R528a23b464824d8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ae8e58e552e4f32" Type="http://schemas.openxmlformats.org/officeDocument/2006/relationships/image" Target="../media/image4.jpeg"/><Relationship Id="R388319a325d04da0" Type="http://schemas.openxmlformats.org/officeDocument/2006/relationships/image" Target="../media/image5.svg"/><Relationship Id="R972e553cef604ab0" Type="http://schemas.openxmlformats.org/officeDocument/2006/relationships/slideLayout" Target="../slideLayouts/slideLayout1.xml"/><Relationship Id="Ra1dbb61799874c58" Type="http://schemas.openxmlformats.org/officeDocument/2006/relationships/image" Target="../media/image4.svg"/><Relationship Id="Rb9b666c1ccee4503" Type="http://schemas.openxmlformats.org/officeDocument/2006/relationships/notesSlide" Target="../notesSlides/notesSlide9.xml"/><Relationship Id="Rc1d2ca6846114f00" Type="http://schemas.openxmlformats.org/officeDocument/2006/relationships/image" Target="../media/image.png"/></Relationships>
</file>

<file path=ppt/slides/_rels/slide10.xml.rels><?xml version='1.0' encoding='UTF-8' standalone='yes'?>
<Relationships xmlns="http://schemas.openxmlformats.org/package/2006/relationships"><Relationship Id="R487d0193115e44ef" Type="http://schemas.openxmlformats.org/officeDocument/2006/relationships/notesSlide" Target="../notesSlides/notesSlide10.xml"/><Relationship Id="R5d2b702ec85043c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750357da55134300" Type="http://schemas.openxmlformats.org/officeDocument/2006/relationships/slideLayout" Target="../slideLayouts/slideLayout1.xml"/><Relationship Id="Rbd1d0c2348e14752" Type="http://schemas.openxmlformats.org/officeDocument/2006/relationships/image" Target="../media/image2.png"/><Relationship Id="Rd619c818ba804f4b" Type="http://schemas.openxmlformats.org/officeDocument/2006/relationships/image" Target="../media/image6.svg"/><Relationship Id="Rec4fd6e6bd394d4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2e10d935a4947fa" Type="http://schemas.openxmlformats.org/officeDocument/2006/relationships/slideLayout" Target="../slideLayouts/slideLayout2.xml"/><Relationship Id="Rf5c96658f6e54d1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34af5cc04e14de6" Type="http://schemas.openxmlformats.org/officeDocument/2006/relationships/notesSlide" Target="../notesSlides/notesSlide13.xml"/><Relationship Id="R037dd3f092f642f5" Type="http://schemas.openxmlformats.org/officeDocument/2006/relationships/image" Target="../media/image3.jpeg"/><Relationship Id="R41ecc60caf9f4161" Type="http://schemas.openxmlformats.org/officeDocument/2006/relationships/image" Target="../media/image.jpeg"/><Relationship Id="R5ba66197a75842d8" Type="http://schemas.openxmlformats.org/officeDocument/2006/relationships/slideLayout" Target="../slideLayouts/slideLayout1.xml"/><Relationship Id="R5f14bbf8433e4eef" Type="http://schemas.openxmlformats.org/officeDocument/2006/relationships/image" Target="../media/image3.png"/><Relationship Id="R78892e5f8ff5441c" Type="http://schemas.openxmlformats.org/officeDocument/2006/relationships/image" Target="../media/image7.svg"/><Relationship Id="R79baf46570ad4d47" Type="http://schemas.openxmlformats.org/officeDocument/2006/relationships/image" Target="../media/image2.jpeg"/></Relationships>
</file>

<file path=ppt/slides/_rels/slide14.xml.rels><?xml version='1.0' encoding='UTF-8' standalone='yes'?>
<Relationships xmlns="http://schemas.openxmlformats.org/package/2006/relationships"><Relationship Id="R83e83086ec1b471e" Type="http://schemas.openxmlformats.org/officeDocument/2006/relationships/notesSlide" Target="../notesSlides/notesSlide14.xml"/><Relationship Id="Rbfe2d9a996cc48a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9d9d754a59184f9f" Type="http://schemas.openxmlformats.org/officeDocument/2006/relationships/slideLayout" Target="../slideLayouts/slideLayout1.xml"/><Relationship Id="Rcb632dc9dbdf459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80b5ff29176e475a" Type="http://schemas.openxmlformats.org/officeDocument/2006/relationships/slideLayout" Target="../slideLayouts/slideLayout2.xml"/><Relationship Id="Rd53539364ad24a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37cb13b00ce74304" Type="http://schemas.openxmlformats.org/officeDocument/2006/relationships/image" Target="../media/image8.svg"/><Relationship Id="R5685d2bdedcf452f" Type="http://schemas.openxmlformats.org/officeDocument/2006/relationships/notesSlide" Target="../notesSlides/notesSlide17.xml"/><Relationship Id="R7d8f4f05401d4bc9" Type="http://schemas.openxmlformats.org/officeDocument/2006/relationships/image" Target="../media/image4.jpeg"/><Relationship Id="Rc23c46b91b0343d8" Type="http://schemas.openxmlformats.org/officeDocument/2006/relationships/image" Target="../media/image4.png"/><Relationship Id="Re48153d3103a4fe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320" y="-518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040" y="4968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" y="5699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316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727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6934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588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从异常信号到可信重评，以证据驱动闭环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Rectangle 3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面向在线测评运营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环境异常会污染评测结果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难定位、难定界、难安全重评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 Agent 协同 + 确定性工具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发现→定界→审批→重评→核验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证据优先、幂等重评、状态机治理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高风险动作必须人工批准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可迁移节点退化与 Checker 缺陷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后端、Vue3 前端、AgentTeams 动态闭环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59 项测试 + 20 条实跑响应可复核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1" name="Rectangle 4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D03662-63F4-45D9-89A0-48BBCC0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-609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AE2931-5B00-4519-9F31-7080BFAC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" y="5516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AA5D25-C6DB-4E11-80E5-EDB9F0E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813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258895-E978-4218-870F-B793C88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819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DD2C8-DB67-481C-B16F-C59E018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3066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D6AF9E-8882-4C98-92EC-1392ABA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3066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309B89-8F8E-4750-9A65-B57B800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2819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9AA2D2-8CF5-4290-855D-673060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2819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008BC-7CDE-485C-8F7F-A048161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3066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4B0275-D8EE-46A8-AC72-55327C2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3066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B8C44E-54F3-4EDA-9345-8927CC3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2819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工程落地与证据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21CAED-7B3E-4C2B-B20F-79882F2A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861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A2A123B-B73F-4AA7-AA51-8A68C68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4108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24EEE-B131-4192-B7D5-1E1431B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4108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4BE5F33-9C2F-4878-A855-F78C96E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3861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762BD7-A3CC-4BF5-B953-6EBAB13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3861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EBAA10-D74D-4A64-945A-635F388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4108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2AE68D8-7B26-47F2-9E14-21B9E52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4108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ACFA4E-A492-4D9D-97C9-9C7D265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3861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开源与复用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106F80E-2F54-4DBE-8E7D-B5D64FAE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904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084A4D1-5258-41D1-ACC7-F12D884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5151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4F634C-AC01-49BB-A225-BCC8688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5151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D1A0397-402F-4FC7-B30D-C1E2ECE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4904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AgentTeams 协同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08AE4B-65D5-4CAE-AFBC-9C43DC8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4904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D9F8BB-C149-4D9A-B766-4B18F19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5151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6971A7D-F610-429E-8EDC-0F3B98A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5151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AD5EE9-E7AF-476D-8779-16ED9B9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4904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演示路径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7FC26B9-44FF-4646-A09B-39D075E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5946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CE9E015-148C-4DE9-902A-F472416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6193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62F4BF7-825B-402C-ADEC-0225885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" y="6193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F064657-1CB6-44F4-9E27-22C8329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152" y="5946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 / MCP 工程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847B8C4-4D04-4881-8F30-3E8D612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448" y="5946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34CE54F-315E-4C80-9DE4-46AC011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6193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E820555-8048-45C2-97AC-C47BF15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616" y="6193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989FB02-EBAB-4E8B-89D4-8A0DB8D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40" y="5946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</p:spTree>
    <p:extLst>
      <p:ext uri="{BB962C8B-B14F-4D97-AF65-F5344CB8AC3E}">
        <p14:creationId xmlns:p14="http://schemas.microsoft.com/office/powerpoint/2010/main" val="90038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97BBBA-C9C3-4F24-B98D-AAD9D6FB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4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45E99B-1A8F-430C-B5A2-FBA56A9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999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E42A6D-23DB-4776-879C-C370C0D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375" y="1125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7E5DAF-1A21-49A5-93AF-F5EBD8E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543" y="1217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B48A93-3787-4BF7-8D70-D93A7C3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543" y="1436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FF9C33-FEFD-4492-9BE8-E78ED92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375" y="1290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9275E9-D655-4DB9-AF7C-C7DECCFE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375" y="1290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B8AE17C-3DBD-4331-8D24-C0446D2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5343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60" y="1036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60" y="1311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真实事故：Java 运行时回归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" y="1951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镜像切换后错误率从 8.3% 升至 41.4%。OJGuard 将异常还原为可复核证据、精确影响范围与可信重评任务。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115" y="6336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三类场景均可复现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cf17d0c90423f">
            <a:extLst>
              <a:ext uri="{96DAC541-7B7A-43D3-8B79-37D633B846F1}">
                <asvg:svgBlip xmlns:asvg="http://schemas.microsoft.com/office/drawing/2016/SVG/main" r:embed="Ra88b1c2434a647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2360" y="3152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2171175474b2d">
            <a:extLst>
              <a:ext uri="{96DAC541-7B7A-43D3-8B79-37D633B846F1}">
                <asvg:svgBlip xmlns:asvg="http://schemas.microsoft.com/office/drawing/2016/SVG/main" r:embed="R20bc691efcff40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4505" y="3152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4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999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8" name="Rectangle 4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承上启下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共享 IncidentContext 传递事实；Team Leader 每轮按最新状态路由，Worker 工具写回后由确定性状态机验收。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c05da31074a10">
            <a:extLst>
              <a:ext uri="{96DAC541-7B7A-43D3-8B79-37D633B846F1}">
                <asvg:svgBlip xmlns:asvg="http://schemas.microsoft.com/office/drawing/2016/SVG/main" r:embed="Rd5ff096c616841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39415" y="2563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9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03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9" name="Rectangle 4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实跑从 TRIAGING 开始：11 次动态路由、8 次工具写回；假设与实验分离，三个人工门禁后才关闭。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8e58e552e4f32">
            <a:extLst>
              <a:ext uri="{96DAC541-7B7A-43D3-8B79-37D633B846F1}">
                <asvg:svgBlip xmlns:asvg="http://schemas.microsoft.com/office/drawing/2016/SVG/main" r:embed="Ra1dbb61799874c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7780" y="3066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2ca6846114f00">
            <a:extLst>
              <a:ext uri="{96DAC541-7B7A-43D3-8B79-37D633B846F1}">
                <asvg:svgBlip xmlns:asvg="http://schemas.microsoft.com/office/drawing/2016/SVG/main" r:embed="R388319a325d04d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51370" y="3066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29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04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/ MCP 工程体系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9" name="Rectangle 4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9 个可复用 Skill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9 个 Skill 声明完整协作契约；12 个 MCP 工具受状态机与审批约束，根因工具将竞争假设和对照实验拆为两个回合。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d0c2348e14752">
            <a:extLst>
              <a:ext uri="{96DAC541-7B7A-43D3-8B79-37D633B846F1}">
                <asvg:svgBlip xmlns:asvg="http://schemas.microsoft.com/office/drawing/2016/SVG/main" r:embed="Rd619c818ba804f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87165" y="3139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53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28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工程落地与运行证据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3" name="Rectangle 5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Rectangle 5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ectangle 4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47751F-4164-4149-BBF6-F132EBA8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96F8A6-A5F5-4EB4-94EA-04BD950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可复现证据链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3D4CE23-66DC-4D5A-B1FC-4EC2001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" y="1966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真实 Runner、11 次 Agent 路由、8 次 Worker 工具写回、三个人工门禁与关闭核验共同组成可审计证据。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cc60caf9f4161"/>
          <a:stretch xmlns:a="http://schemas.openxmlformats.org/drawingml/2006/main"/>
        </p:blipFill>
        <p:spPr>
          <a:xfrm xmlns:a="http://schemas.openxmlformats.org/drawingml/2006/main">
            <a:off x="2870200" y="2752946"/>
            <a:ext cx="3830087" cy="2155749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af46570ad4d47"/>
          <a:stretch xmlns:a="http://schemas.openxmlformats.org/drawingml/2006/main"/>
        </p:blipFill>
        <p:spPr>
          <a:xfrm xmlns:a="http://schemas.openxmlformats.org/drawingml/2006/main">
            <a:off x="6947535" y="2758543"/>
            <a:ext cx="3837275" cy="2159794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dd3f092f642f5"/>
          <a:stretch xmlns:a="http://schemas.openxmlformats.org/drawingml/2006/main"/>
        </p:blipFill>
        <p:spPr>
          <a:xfrm xmlns:a="http://schemas.openxmlformats.org/drawingml/2006/main">
            <a:off x="2870537" y="5050155"/>
            <a:ext cx="3837640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4bbf8433e4eef">
            <a:extLst>
              <a:ext uri="{96DAC541-7B7A-43D3-8B79-37D633B846F1}">
                <asvg:svgBlip xmlns:asvg="http://schemas.microsoft.com/office/drawing/2016/SVG/main" r:embed="R78892e5f8ff544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47535" y="5065395"/>
            <a:ext cx="3831800" cy="216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64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DD941E-C57B-49DD-8492-BE87AB4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61D25E-289B-4E2A-89D3-DA0312A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45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164DC7-7A61-4966-89DE-5E3C2B6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20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B62E3CA7-EB7F-4C38-968C-6B3ACC7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775" y="1219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9DA284F4-C047-4970-9B07-C7E506A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310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47E65D9B-CBBA-488F-8934-8B43287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943" y="1530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790621BB-7012-4484-95DC-E742678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AC261D9E-202E-4977-8432-1C7739B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775" y="1383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518929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Rectangle 3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2727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2983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2892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276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3825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392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458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78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Runner、动态路由、事故报告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490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11 路由 / 8 Worker 结果随附件提供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557" y="4538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4794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477" y="4703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087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589" y="5635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E0AD699-FCB6-45C5-90CA-B90F312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9255C4C8-D267-46CB-8643-B8A0CD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3754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8C852E8-2CB5-4213-9BC9-83143CB6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4028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Demo 与提交状态</a:t>
            </a:r>
          </a:p>
        </p:txBody>
      </p:sp>
    </p:spTree>
    <p:extLst>
      <p:ext uri="{BB962C8B-B14F-4D97-AF65-F5344CB8AC3E}">
        <p14:creationId xmlns:p14="http://schemas.microsoft.com/office/powerpoint/2010/main" val="1656643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0" name="Rectangle 4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Rectangle 4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27F411-ED70-430F-A617-CCA3396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146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可运行成果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A6AA91-10E3-458C-A1DE-9FC5EB0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1420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已完成的闭环证据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9CF89D1-807E-4D35-AF0D-92BD20C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295" y="7162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CF14C20-7EB4-485F-83DE-36C35B33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" y="206057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事故从 TRIAGING 启动，经竞争假设、二维实验、影响定界、三次人工门禁和可信重评后关闭；20 条 AgentTeams 响应已脱敏固化。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f4f05401d4bc9"/>
          <a:stretch xmlns:a="http://schemas.openxmlformats.org/drawingml/2006/main"/>
        </p:blipFill>
        <p:spPr>
          <a:xfrm xmlns:a="http://schemas.openxmlformats.org/drawingml/2006/main">
            <a:off x="1691640" y="3092573"/>
            <a:ext cx="4911725" cy="27645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c46b91b0343d8">
            <a:extLst>
              <a:ext uri="{96DAC541-7B7A-43D3-8B79-37D633B846F1}">
                <asvg:svgBlip xmlns:asvg="http://schemas.microsoft.com/office/drawing/2016/SVG/main" r:embed="R37cb13b00ce743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1210" y="3220720"/>
            <a:ext cx="5327015" cy="248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09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2026-08-03T04:38:59.5370000Z</dcterms:created>
  <dcterms:modified xsi:type="dcterms:W3CDTF">2026-08-03T04:38:59.5370000Z</dcterms:modified>
</coreProperties>
</file>