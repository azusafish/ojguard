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a8d8de6092143e1" Type="http://schemas.openxmlformats.org/officeDocument/2006/relationships/extended-properties" Target="docProps/app.xml"/><Relationship Id="Ra50ce7a22369426f" Type="http://schemas.openxmlformats.org/package/2006/relationships/metadata/core-properties" Target="docProps/core.xml"/><Relationship Id="Rf2971ab15a324d4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3803f967404ae5"/>
    <p:sldMasterId xmlns:r="http://schemas.openxmlformats.org/officeDocument/2006/relationships" id="2147483650" r:id="R92658c703d4146dd"/>
  </p:sldMasterIdLst>
  <p:notesMasterIdLst>
    <p:notesMasterId xmlns:r="http://schemas.openxmlformats.org/officeDocument/2006/relationships" r:id="R5fed07392c864a5d"/>
  </p:notesMasterIdLst>
  <p:sldIdLst>
    <p:sldId xmlns:r="http://schemas.openxmlformats.org/officeDocument/2006/relationships" id="256" r:id="Raa16b0bae69a4a01"/>
    <p:sldId xmlns:r="http://schemas.openxmlformats.org/officeDocument/2006/relationships" id="257" r:id="R16735701427341f8"/>
    <p:sldId xmlns:r="http://schemas.openxmlformats.org/officeDocument/2006/relationships" id="258" r:id="R324f1848d7a24f4d"/>
    <p:sldId xmlns:r="http://schemas.openxmlformats.org/officeDocument/2006/relationships" id="259" r:id="R874e367df3f5485a"/>
    <p:sldId xmlns:r="http://schemas.openxmlformats.org/officeDocument/2006/relationships" id="260" r:id="Rf2ae0518bc5d4d82"/>
    <p:sldId xmlns:r="http://schemas.openxmlformats.org/officeDocument/2006/relationships" id="261" r:id="R44ad51bc4c8e41ba"/>
    <p:sldId xmlns:r="http://schemas.openxmlformats.org/officeDocument/2006/relationships" id="262" r:id="R37edf42cfdb04282"/>
    <p:sldId xmlns:r="http://schemas.openxmlformats.org/officeDocument/2006/relationships" id="263" r:id="Ra12ff4b3825f4532"/>
    <p:sldId xmlns:r="http://schemas.openxmlformats.org/officeDocument/2006/relationships" id="264" r:id="R014d9fb02b9a44a3"/>
    <p:sldId xmlns:r="http://schemas.openxmlformats.org/officeDocument/2006/relationships" id="265" r:id="R39a7bb5922d14569"/>
    <p:sldId xmlns:r="http://schemas.openxmlformats.org/officeDocument/2006/relationships" id="266" r:id="R8671f02ff216463f"/>
    <p:sldId xmlns:r="http://schemas.openxmlformats.org/officeDocument/2006/relationships" id="267" r:id="R4bb914c9a245411e"/>
    <p:sldId xmlns:r="http://schemas.openxmlformats.org/officeDocument/2006/relationships" id="268" r:id="Rfdb447c9b6a54923"/>
    <p:sldId xmlns:r="http://schemas.openxmlformats.org/officeDocument/2006/relationships" id="269" r:id="R8f630a2706bf446e"/>
    <p:sldId xmlns:r="http://schemas.openxmlformats.org/officeDocument/2006/relationships" id="270" r:id="R58202fdfb4734ee0"/>
    <p:sldId xmlns:r="http://schemas.openxmlformats.org/officeDocument/2006/relationships" id="271" r:id="R7f6060eddeda4f8c"/>
    <p:sldId xmlns:r="http://schemas.openxmlformats.org/officeDocument/2006/relationships" id="272" r:id="Rbdfa4c6bcb344e38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14d9fb02b9a44a3" Type="http://schemas.openxmlformats.org/officeDocument/2006/relationships/slide" Target="slides/slide9.xml"/><Relationship Id="R16735701427341f8" Type="http://schemas.openxmlformats.org/officeDocument/2006/relationships/slide" Target="slides/slide2.xml"/><Relationship Id="R324f1848d7a24f4d" Type="http://schemas.openxmlformats.org/officeDocument/2006/relationships/slide" Target="slides/slide3.xml"/><Relationship Id="R37edf42cfdb04282" Type="http://schemas.openxmlformats.org/officeDocument/2006/relationships/slide" Target="slides/slide7.xml"/><Relationship Id="R39a7bb5922d14569" Type="http://schemas.openxmlformats.org/officeDocument/2006/relationships/slide" Target="slides/slide10.xml"/><Relationship Id="R44ad51bc4c8e41ba" Type="http://schemas.openxmlformats.org/officeDocument/2006/relationships/slide" Target="slides/slide6.xml"/><Relationship Id="R4bb914c9a245411e" Type="http://schemas.openxmlformats.org/officeDocument/2006/relationships/slide" Target="slides/slide12.xml"/><Relationship Id="R58202fdfb4734ee0" Type="http://schemas.openxmlformats.org/officeDocument/2006/relationships/slide" Target="slides/slide15.xml"/><Relationship Id="R5fed07392c864a5d" Type="http://schemas.openxmlformats.org/officeDocument/2006/relationships/notesMaster" Target="notesMasters/notesMaster1.xml"/><Relationship Id="R7e3daf1cd20c4ffd" Type="http://schemas.openxmlformats.org/officeDocument/2006/relationships/viewProps" Target="viewProps.xml"/><Relationship Id="R7f6060eddeda4f8c" Type="http://schemas.openxmlformats.org/officeDocument/2006/relationships/slide" Target="slides/slide16.xml"/><Relationship Id="R8671f02ff216463f" Type="http://schemas.openxmlformats.org/officeDocument/2006/relationships/slide" Target="slides/slide11.xml"/><Relationship Id="R874e367df3f5485a" Type="http://schemas.openxmlformats.org/officeDocument/2006/relationships/slide" Target="slides/slide4.xml"/><Relationship Id="R8f630a2706bf446e" Type="http://schemas.openxmlformats.org/officeDocument/2006/relationships/slide" Target="slides/slide14.xml"/><Relationship Id="R92658c703d4146dd" Type="http://schemas.openxmlformats.org/officeDocument/2006/relationships/slideMaster" Target="slideMasters/slideMaster2.xml"/><Relationship Id="R96f1113caa4b4e8a" Type="http://schemas.openxmlformats.org/officeDocument/2006/relationships/presProps" Target="presProps.xml"/><Relationship Id="Ra12ff4b3825f4532" Type="http://schemas.openxmlformats.org/officeDocument/2006/relationships/slide" Target="slides/slide8.xml"/><Relationship Id="Ra43803f967404ae5" Type="http://schemas.openxmlformats.org/officeDocument/2006/relationships/slideMaster" Target="slideMasters/slideMaster1.xml"/><Relationship Id="Raa16b0bae69a4a01" Type="http://schemas.openxmlformats.org/officeDocument/2006/relationships/slide" Target="slides/slide1.xml"/><Relationship Id="Rbdfa4c6bcb344e38" Type="http://schemas.openxmlformats.org/officeDocument/2006/relationships/slide" Target="slides/slide17.xml"/><Relationship Id="Rc5e777c549564155" Type="http://schemas.openxmlformats.org/officeDocument/2006/relationships/tableStyles" Target="tableStyles.xml"/><Relationship Id="Rebba795a52b54bdf" Type="http://schemas.openxmlformats.org/officeDocument/2006/relationships/theme" Target="theme/theme1.xml"/><Relationship Id="Rf2ae0518bc5d4d82" Type="http://schemas.openxmlformats.org/officeDocument/2006/relationships/slide" Target="slides/slide5.xml"/><Relationship Id="Rfdb447c9b6a5492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a7a481a5a0c746b9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d7ccf6b48c754c67" Type="http://schemas.openxmlformats.org/officeDocument/2006/relationships/notesMaster" Target="../notesMasters/notesMaster1.xml"/><Relationship Id="Re62c62eaf1e7445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57f90f57e5249e6" Type="http://schemas.openxmlformats.org/officeDocument/2006/relationships/notesMaster" Target="../notesMasters/notesMaster1.xml"/><Relationship Id="Rf85671303e4f48f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c20fa99206346ed" Type="http://schemas.openxmlformats.org/officeDocument/2006/relationships/slide" Target="../slides/slide3.xml"/><Relationship Id="R93f01c2d3dab4b7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4600cdec7764869" Type="http://schemas.openxmlformats.org/officeDocument/2006/relationships/notesMaster" Target="../notesMasters/notesMaster1.xml"/><Relationship Id="R9aa146b3bea9407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f62dad6746c44f4" Type="http://schemas.openxmlformats.org/officeDocument/2006/relationships/slide" Target="../slides/slide5.xml"/><Relationship Id="R977468f1961b451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9972e4706c246ae" Type="http://schemas.openxmlformats.org/officeDocument/2006/relationships/slide" Target="../slides/slide6.xml"/><Relationship Id="Rcf90531424024a4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7c9f5b12ee4949c3" Type="http://schemas.openxmlformats.org/officeDocument/2006/relationships/notesMaster" Target="../notesMasters/notesMaster1.xml"/><Relationship Id="R96ddfe9775ac44b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1d39e3bfc87440f" Type="http://schemas.openxmlformats.org/officeDocument/2006/relationships/notesMaster" Target="../notesMasters/notesMaster1.xml"/><Relationship Id="R9afde37e74844399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350c6a6691b4431" Type="http://schemas.openxmlformats.org/officeDocument/2006/relationships/slide" Target="../slides/slide9.xml"/><Relationship Id="Ra4339e0399cb460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c41bc55b1f34666" Type="http://schemas.openxmlformats.org/officeDocument/2006/relationships/slide" Target="../slides/slide10.xml"/><Relationship Id="R4cdf860a83684eb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8ff117236eb49a3" Type="http://schemas.openxmlformats.org/officeDocument/2006/relationships/notesMaster" Target="../notesMasters/notesMaster1.xml"/><Relationship Id="R9185dfb6d0a6400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b05ebc5c0044f44" Type="http://schemas.openxmlformats.org/officeDocument/2006/relationships/slide" Target="../slides/slide12.xml"/><Relationship Id="Rdc24f2bdd80e4c2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b1e8ec8673d4ab7" Type="http://schemas.openxmlformats.org/officeDocument/2006/relationships/notesMaster" Target="../notesMasters/notesMaster1.xml"/><Relationship Id="Ra1ec373cef9041c3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2faa022d60448b6" Type="http://schemas.openxmlformats.org/officeDocument/2006/relationships/slide" Target="../slides/slide14.xml"/><Relationship Id="R66b925fa42cf4e4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e445631eb7e4ad9" Type="http://schemas.openxmlformats.org/officeDocument/2006/relationships/slide" Target="../slides/slide15.xml"/><Relationship Id="Rfa267c6883a84c7c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90df2dbd7c6d4aa3" Type="http://schemas.openxmlformats.org/officeDocument/2006/relationships/notesMaster" Target="../notesMasters/notesMaster1.xml"/><Relationship Id="Rb7740098ab154b2e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a75623adc3c848db" Type="http://schemas.openxmlformats.org/officeDocument/2006/relationships/slide" Target="../slides/slide17.xml"/><Relationship Id="Rab319ec63ea14a3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materials/evidence/AgentTeams_真实运行证据.md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materials/MCP_工具契约与迁移说明.md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output/evidence/java-runtime-comparison.json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output/evidence/incidents/runtime-regression-report.json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16a031e2f674cab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910db0747964383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25d5733c595495f" Type="http://schemas.openxmlformats.org/officeDocument/2006/relationships/slideLayout" Target="../slideLayouts/slideLayout1.xml"/><Relationship Id="Rfc0390e60a24487f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4b8dfd2277c54440" Type="http://schemas.openxmlformats.org/officeDocument/2006/relationships/theme" Target="theme/theme3.xml"/><Relationship Id="Ra4bb9d9eab9341a9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5d5733c595495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4bb9d9eab9341a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afcd7d7ddad49ad" Type="http://schemas.openxmlformats.org/officeDocument/2006/relationships/notesSlide" Target="../notesSlides/notesSlide1.xml"/><Relationship Id="Rb3e859a95535458d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59429b941444971" Type="http://schemas.openxmlformats.org/officeDocument/2006/relationships/notesSlide" Target="../notesSlides/notesSlide2.xml"/><Relationship Id="R3d1ba83792834b2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4d5e286c80d40af" Type="http://schemas.openxmlformats.org/officeDocument/2006/relationships/slideLayout" Target="../slideLayouts/slideLayout2.xml"/><Relationship Id="Re053321de775477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331ee306af7414f" Type="http://schemas.openxmlformats.org/officeDocument/2006/relationships/notesSlide" Target="../notesSlides/notesSlide4.xml"/><Relationship Id="R7a2601fcb28b4cc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ee68d204bff4485" Type="http://schemas.openxmlformats.org/officeDocument/2006/relationships/slideLayout" Target="../slideLayouts/slideLayout1.xml"/><Relationship Id="R3ee35b140d7a4b44" Type="http://schemas.openxmlformats.org/officeDocument/2006/relationships/image" Target="../media/image.jpeg"/><Relationship Id="R46a1a4295bbb4ce9" Type="http://schemas.openxmlformats.org/officeDocument/2006/relationships/image" Target="../media/image.svg"/><Relationship Id="R609d9c16a2814882" Type="http://schemas.openxmlformats.org/officeDocument/2006/relationships/notesSlide" Target="../notesSlides/notesSlide5.xml"/><Relationship Id="R91e3f37dcc28463b" Type="http://schemas.openxmlformats.org/officeDocument/2006/relationships/image" Target="../media/image2.svg"/><Relationship Id="Rf07eab4f04564b1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3571e4bfb4744022" Type="http://schemas.openxmlformats.org/officeDocument/2006/relationships/slideLayout" Target="../slideLayouts/slideLayout2.xml"/><Relationship Id="Rd3f784bc8bad46a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03c4595618e41df" Type="http://schemas.openxmlformats.org/officeDocument/2006/relationships/image" Target="../media/image3.svg"/><Relationship Id="R370d09dd634b43f2" Type="http://schemas.openxmlformats.org/officeDocument/2006/relationships/image" Target="../media/image3.jpeg"/><Relationship Id="R4ad3cf5047794814" Type="http://schemas.openxmlformats.org/officeDocument/2006/relationships/slideLayout" Target="../slideLayouts/slideLayout1.xml"/><Relationship Id="Rcea33bef3954490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e92225ea40040b4" Type="http://schemas.openxmlformats.org/officeDocument/2006/relationships/slideLayout" Target="../slideLayouts/slideLayout2.xml"/><Relationship Id="R7ffd4dd6490547a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5833540e58b4c94" Type="http://schemas.openxmlformats.org/officeDocument/2006/relationships/image" Target="../media/image4.svg"/><Relationship Id="R325c0a9d71944f46" Type="http://schemas.openxmlformats.org/officeDocument/2006/relationships/image" Target="../media/image5.svg"/><Relationship Id="R55878c89530e46bc" Type="http://schemas.openxmlformats.org/officeDocument/2006/relationships/notesSlide" Target="../notesSlides/notesSlide9.xml"/><Relationship Id="R617b12faef954ebc" Type="http://schemas.openxmlformats.org/officeDocument/2006/relationships/slideLayout" Target="../slideLayouts/slideLayout1.xml"/><Relationship Id="R659e0591b6b74290" Type="http://schemas.openxmlformats.org/officeDocument/2006/relationships/image" Target="../media/image.png"/><Relationship Id="Rfb74e7c83d71485d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7eccd26888d34328" Type="http://schemas.openxmlformats.org/officeDocument/2006/relationships/slideLayout" Target="../slideLayouts/slideLayout2.xml"/><Relationship Id="Rc6c79755262a4f4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bdba3fa607440d7" Type="http://schemas.openxmlformats.org/officeDocument/2006/relationships/slideLayout" Target="../slideLayouts/slideLayout1.xml"/><Relationship Id="R88a1d3fe98e94ff0" Type="http://schemas.openxmlformats.org/officeDocument/2006/relationships/notesSlide" Target="../notesSlides/notesSlide11.xml"/><Relationship Id="Ra1bd4e9a2e004a75" Type="http://schemas.openxmlformats.org/officeDocument/2006/relationships/image" Target="../media/image2.png"/><Relationship Id="Ra939cc892abc4835" Type="http://schemas.openxmlformats.org/officeDocument/2006/relationships/image" Target="../media/image6.svg"/></Relationships>
</file>

<file path=ppt/slides/_rels/slide12.xml.rels><?xml version='1.0' encoding='UTF-8' standalone='yes'?>
<Relationships xmlns="http://schemas.openxmlformats.org/package/2006/relationships"><Relationship Id="R51a33f7475814570" Type="http://schemas.openxmlformats.org/officeDocument/2006/relationships/slideLayout" Target="../slideLayouts/slideLayout2.xml"/><Relationship Id="R5f2549db0c3e4a1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4c0197f44e64a51" Type="http://schemas.openxmlformats.org/officeDocument/2006/relationships/image" Target="../media/image3.jpeg"/><Relationship Id="R6ffb83624c8f46eb" Type="http://schemas.openxmlformats.org/officeDocument/2006/relationships/image" Target="../media/image2.jpeg"/><Relationship Id="R76df1d2a00bb4205" Type="http://schemas.openxmlformats.org/officeDocument/2006/relationships/notesSlide" Target="../notesSlides/notesSlide13.xml"/><Relationship Id="Ra172a86ae0814556" Type="http://schemas.openxmlformats.org/officeDocument/2006/relationships/image" Target="../media/image3.png"/><Relationship Id="Ra1eca6bb54c148a2" Type="http://schemas.openxmlformats.org/officeDocument/2006/relationships/image" Target="../media/image7.svg"/><Relationship Id="Rd72c1ca8a9a34901" Type="http://schemas.openxmlformats.org/officeDocument/2006/relationships/image" Target="../media/image.jpeg"/><Relationship Id="Rdbba099f610548e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a3fe871118e54d64" Type="http://schemas.openxmlformats.org/officeDocument/2006/relationships/notesSlide" Target="../notesSlides/notesSlide14.xml"/><Relationship Id="Rbb5e7156a8b34ffe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7b44139d40704c94" Type="http://schemas.openxmlformats.org/officeDocument/2006/relationships/slideLayout" Target="../slideLayouts/slideLayout1.xml"/><Relationship Id="Rf5c48dc5a4f1418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1fec2d6d3cb946f5" Type="http://schemas.openxmlformats.org/officeDocument/2006/relationships/notesSlide" Target="../notesSlides/notesSlide16.xml"/><Relationship Id="R2684a6288b9d45ca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2cfa83622b954629" Type="http://schemas.openxmlformats.org/officeDocument/2006/relationships/notesSlide" Target="../notesSlides/notesSlide17.xml"/><Relationship Id="Ra4c88819092b4288" Type="http://schemas.openxmlformats.org/officeDocument/2006/relationships/slideLayout" Target="../slideLayouts/slideLayout1.xml"/><Relationship Id="Rdd29f046c97a463d" Type="http://schemas.openxmlformats.org/officeDocument/2006/relationships/image" Target="../media/image8.svg"/><Relationship Id="Re2ed4d61c1ee4346" Type="http://schemas.openxmlformats.org/officeDocument/2006/relationships/image" Target="../media/image4.png"/><Relationship Id="Reb5bd19c6af840ec" Type="http://schemas.openxmlformats.org/officeDocument/2006/relationships/image" Target="../media/image4.jpe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320" y="-518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0" y="4968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" y="5699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316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6934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88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 动态路由与恢复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63 项测试 + 两类协作证据可复核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-609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" y="5516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813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819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3066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3066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2819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2819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3066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3066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2819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工程落地与证据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861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4108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4108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3861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3861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4108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4108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3861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开源与复用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904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5151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5151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4904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AgentTeams 协同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4904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5151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5151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4904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演示路径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5946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6193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6193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5946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/ MCP 工程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5946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6193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6193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5946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4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999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75" y="1125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43" y="1217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43" y="1436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75" y="1290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75" y="1290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" y="1036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" y="1311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" y="1951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115" y="6336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35b140d7a4b44">
            <a:extLst>
              <a:ext uri="{96DAC541-7B7A-43D3-8B79-37D633B846F1}">
                <asvg:svgBlip xmlns:asvg="http://schemas.microsoft.com/office/drawing/2016/SVG/main" r:embed="R46a1a4295bbb4c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2360" y="3152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eab4f04564b13">
            <a:extLst>
              <a:ext uri="{96DAC541-7B7A-43D3-8B79-37D633B846F1}">
                <asvg:svgBlip xmlns:asvg="http://schemas.microsoft.com/office/drawing/2016/SVG/main" r:embed="R91e3f37dcc2846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4505" y="3152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4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999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8" name="Rectangle 4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共享 IncidentContext 生成合法 RouteOption；Manager 选择实验，AgentRun/Event 按序记录路由、工具、门禁与状态。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d09dd634b43f2">
            <a:extLst>
              <a:ext uri="{96DAC541-7B7A-43D3-8B79-37D633B846F1}">
                <asvg:svgBlip xmlns:asvg="http://schemas.microsoft.com/office/drawing/2016/SVG/main" r:embed="R003c4595618e41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39415" y="2563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9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03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3 个实验候选可补选；灰度失败进入 PAUSED，经新计划与重新审批恢复；真实协作已完成 20 条响应。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4e7c83d71485d">
            <a:extLst>
              <a:ext uri="{96DAC541-7B7A-43D3-8B79-37D633B846F1}">
                <asvg:svgBlip xmlns:asvg="http://schemas.microsoft.com/office/drawing/2016/SVG/main" r:embed="R25833540e58b4c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" y="3066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e0591b6b74290">
            <a:extLst>
              <a:ext uri="{96DAC541-7B7A-43D3-8B79-37D633B846F1}">
                <asvg:svgBlip xmlns:asvg="http://schemas.microsoft.com/office/drawing/2016/SVG/main" r:embed="R325c0a9d71944f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51370" y="3066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9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04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9 个 Skill 定义协作边界；12 个 MCP 工具支持候选实验与版本化恢复，确定性状态机拒绝合同外路由和越权执行。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d4e9a2e004a75">
            <a:extLst>
              <a:ext uri="{96DAC541-7B7A-43D3-8B79-37D633B846F1}">
                <asvg:svgBlip xmlns:asvg="http://schemas.microsoft.com/office/drawing/2016/SVG/main" r:embed="Ra939cc892abc48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87165" y="3139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53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8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3" name="Rectangle 5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AgentTeams 证明 6 个 Worker 参与；零成本证据验证 3 候选补选与灰度恢复；两类证据分级、不混淆。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c1ca8a9a34901"/>
          <a:stretch xmlns:a="http://schemas.openxmlformats.org/drawingml/2006/main"/>
        </p:blipFill>
        <p:spPr>
          <a:xfrm xmlns:a="http://schemas.openxmlformats.org/drawingml/2006/main">
            <a:off x="2870200" y="2752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b83624c8f46eb"/>
          <a:stretch xmlns:a="http://schemas.openxmlformats.org/drawingml/2006/main"/>
        </p:blipFill>
        <p:spPr>
          <a:xfrm xmlns:a="http://schemas.openxmlformats.org/drawingml/2006/main">
            <a:off x="6947535" y="2758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0197f44e64a51"/>
          <a:stretch xmlns:a="http://schemas.openxmlformats.org/drawingml/2006/main"/>
        </p:blipFill>
        <p:spPr>
          <a:xfrm xmlns:a="http://schemas.openxmlformats.org/drawingml/2006/main">
            <a:off x="2870537" y="5050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2a86ae0814556">
            <a:extLst>
              <a:ext uri="{96DAC541-7B7A-43D3-8B79-37D633B846F1}">
                <asvg:svgBlip xmlns:asvg="http://schemas.microsoft.com/office/drawing/2016/SVG/main" r:embed="Ra1eca6bb54c148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47535" y="5065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45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0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54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8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Demo 与提交状态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0" name="Rectangle 4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06057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真实协作从 TRIAGING 推进至 RESOLVED；确定性证据补齐“3 候选→补选实验”和“灰度失败→新计划→重审批→恢复灰度”，63 项测试全部通过。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bd19c6af840ec"/>
          <a:stretch xmlns:a="http://schemas.openxmlformats.org/drawingml/2006/main"/>
        </p:blipFill>
        <p:spPr>
          <a:xfrm xmlns:a="http://schemas.openxmlformats.org/drawingml/2006/main">
            <a:off x="1691640" y="3092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4d61c1ee4346">
            <a:extLst>
              <a:ext uri="{96DAC541-7B7A-43D3-8B79-37D633B846F1}">
                <asvg:svgBlip xmlns:asvg="http://schemas.microsoft.com/office/drawing/2016/SVG/main" r:embed="Rdd29f046c97a46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1210" y="3220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2026-08-03T06:34:47.5100000Z</dcterms:created>
  <dcterms:modified xsi:type="dcterms:W3CDTF">2026-08-03T06:34:47.5100000Z</dcterms:modified>
</coreProperties>
</file>