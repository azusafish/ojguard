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svg" ContentType="image/svg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d67c71418ba489e" /><Relationship Type="http://schemas.openxmlformats.org/officeDocument/2006/relationships/extended-properties" Target="/docProps/app.xml" Id="R899271ec9f014b06" /><Relationship Type="http://schemas.openxmlformats.org/officeDocument/2006/relationships/officeDocument" Target="/ppt/presentation.xml" Id="R7cfcb7d0b93a46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dbb0cba884247f1"/>
    <p:sldMasterId xmlns:r="http://schemas.openxmlformats.org/officeDocument/2006/relationships" id="2147483650" r:id="R0c8ec1667d7a4c9f"/>
  </p:sldMasterIdLst>
  <p:notesMasterIdLst>
    <p:notesMasterId xmlns:r="http://schemas.openxmlformats.org/officeDocument/2006/relationships" r:id="Ra992f3a40f7e4058"/>
  </p:notesMasterIdLst>
  <p:sldIdLst>
    <p:sldId xmlns:r="http://schemas.openxmlformats.org/officeDocument/2006/relationships" id="256" r:id="R5bd142cc757c44fd"/>
    <p:sldId xmlns:r="http://schemas.openxmlformats.org/officeDocument/2006/relationships" id="257" r:id="R5ae80449297a48e4"/>
    <p:sldId xmlns:r="http://schemas.openxmlformats.org/officeDocument/2006/relationships" id="258" r:id="R010a84e4512a4dc2"/>
    <p:sldId xmlns:r="http://schemas.openxmlformats.org/officeDocument/2006/relationships" id="259" r:id="Rad685686d2114a37"/>
    <p:sldId xmlns:r="http://schemas.openxmlformats.org/officeDocument/2006/relationships" id="260" r:id="Rd5d94cf8ce5f49ad"/>
    <p:sldId xmlns:r="http://schemas.openxmlformats.org/officeDocument/2006/relationships" id="261" r:id="Rae0c65c6a042497b"/>
    <p:sldId xmlns:r="http://schemas.openxmlformats.org/officeDocument/2006/relationships" id="262" r:id="R33899244bbd54a88"/>
    <p:sldId xmlns:r="http://schemas.openxmlformats.org/officeDocument/2006/relationships" id="263" r:id="R6adadf908c0748c0"/>
    <p:sldId xmlns:r="http://schemas.openxmlformats.org/officeDocument/2006/relationships" id="264" r:id="Rab0b38779ecb4640"/>
    <p:sldId xmlns:r="http://schemas.openxmlformats.org/officeDocument/2006/relationships" id="265" r:id="R12ae7724b26d4aed"/>
    <p:sldId xmlns:r="http://schemas.openxmlformats.org/officeDocument/2006/relationships" id="266" r:id="R936216a765ef49d0"/>
    <p:sldId xmlns:r="http://schemas.openxmlformats.org/officeDocument/2006/relationships" id="267" r:id="R5bd8a15005ca4310"/>
    <p:sldId xmlns:r="http://schemas.openxmlformats.org/officeDocument/2006/relationships" id="268" r:id="R84016cf325f34864"/>
    <p:sldId xmlns:r="http://schemas.openxmlformats.org/officeDocument/2006/relationships" id="269" r:id="Rc60598f1f8de43e7"/>
    <p:sldId xmlns:r="http://schemas.openxmlformats.org/officeDocument/2006/relationships" id="270" r:id="R5b074c4a94494526"/>
    <p:sldId xmlns:r="http://schemas.openxmlformats.org/officeDocument/2006/relationships" id="271" r:id="R6abb6b7a83454737"/>
    <p:sldId xmlns:r="http://schemas.openxmlformats.org/officeDocument/2006/relationships" id="272" r:id="R851c2cdaafd04142"/>
    <p:sldId xmlns:r="http://schemas.openxmlformats.org/officeDocument/2006/relationships" id="273" r:id="R7052d10160ae497d"/>
    <p:sldId xmlns:r="http://schemas.openxmlformats.org/officeDocument/2006/relationships" id="274" r:id="R393ab2cf425446aa"/>
    <p:sldId xmlns:r="http://schemas.openxmlformats.org/officeDocument/2006/relationships" id="275" r:id="R6ff2b20378944a86"/>
    <p:sldId xmlns:r="http://schemas.openxmlformats.org/officeDocument/2006/relationships" id="276" r:id="Re419f92667494432"/>
    <p:sldId xmlns:r="http://schemas.openxmlformats.org/officeDocument/2006/relationships" id="277" r:id="Rf765185ad9e4449c"/>
    <p:sldId xmlns:r="http://schemas.openxmlformats.org/officeDocument/2006/relationships" id="278" r:id="R013bd9fc4a9249b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5f55f0fadd540fb" /><Relationship Type="http://schemas.openxmlformats.org/officeDocument/2006/relationships/slideMaster" Target="/ppt/slideMasters/slideMaster1.xml" Id="R1dbb0cba884247f1" /><Relationship Type="http://schemas.openxmlformats.org/officeDocument/2006/relationships/slideMaster" Target="/ppt/slideMasters/slideMaster2.xml" Id="R0c8ec1667d7a4c9f" /><Relationship Type="http://schemas.openxmlformats.org/officeDocument/2006/relationships/notesMaster" Target="/ppt/notesMasters/notesMaster1.xml" Id="Ra992f3a40f7e4058" /><Relationship Type="http://schemas.openxmlformats.org/officeDocument/2006/relationships/presProps" Target="/ppt/presProps.xml" Id="R6ef07535f6174ccb" /><Relationship Type="http://schemas.openxmlformats.org/officeDocument/2006/relationships/viewProps" Target="/ppt/viewProps.xml" Id="Rb198b5272477454a" /><Relationship Type="http://schemas.openxmlformats.org/officeDocument/2006/relationships/tableStyles" Target="/ppt/tableStyles.xml" Id="R62be5b9ff3df49b5" /><Relationship Type="http://schemas.openxmlformats.org/officeDocument/2006/relationships/slide" Target="/ppt/slides/slide1.xml" Id="R5bd142cc757c44fd" /><Relationship Type="http://schemas.openxmlformats.org/officeDocument/2006/relationships/slide" Target="/ppt/slides/slide2.xml" Id="R5ae80449297a48e4" /><Relationship Type="http://schemas.openxmlformats.org/officeDocument/2006/relationships/slide" Target="/ppt/slides/slide3.xml" Id="R010a84e4512a4dc2" /><Relationship Type="http://schemas.openxmlformats.org/officeDocument/2006/relationships/slide" Target="/ppt/slides/slide4.xml" Id="Rad685686d2114a37" /><Relationship Type="http://schemas.openxmlformats.org/officeDocument/2006/relationships/slide" Target="/ppt/slides/slide5.xml" Id="Rd5d94cf8ce5f49ad" /><Relationship Type="http://schemas.openxmlformats.org/officeDocument/2006/relationships/slide" Target="/ppt/slides/slide6.xml" Id="Rae0c65c6a042497b" /><Relationship Type="http://schemas.openxmlformats.org/officeDocument/2006/relationships/slide" Target="/ppt/slides/slide7.xml" Id="R33899244bbd54a88" /><Relationship Type="http://schemas.openxmlformats.org/officeDocument/2006/relationships/slide" Target="/ppt/slides/slide8.xml" Id="R6adadf908c0748c0" /><Relationship Type="http://schemas.openxmlformats.org/officeDocument/2006/relationships/slide" Target="/ppt/slides/slide9.xml" Id="Rab0b38779ecb4640" /><Relationship Type="http://schemas.openxmlformats.org/officeDocument/2006/relationships/slide" Target="/ppt/slides/slide10.xml" Id="R12ae7724b26d4aed" /><Relationship Type="http://schemas.openxmlformats.org/officeDocument/2006/relationships/slide" Target="/ppt/slides/slide11.xml" Id="R936216a765ef49d0" /><Relationship Type="http://schemas.openxmlformats.org/officeDocument/2006/relationships/slide" Target="/ppt/slides/slide12.xml" Id="R5bd8a15005ca4310" /><Relationship Type="http://schemas.openxmlformats.org/officeDocument/2006/relationships/slide" Target="/ppt/slides/slide13.xml" Id="R84016cf325f34864" /><Relationship Type="http://schemas.openxmlformats.org/officeDocument/2006/relationships/slide" Target="/ppt/slides/slide14.xml" Id="Rc60598f1f8de43e7" /><Relationship Type="http://schemas.openxmlformats.org/officeDocument/2006/relationships/slide" Target="/ppt/slides/slide15.xml" Id="R5b074c4a94494526" /><Relationship Type="http://schemas.openxmlformats.org/officeDocument/2006/relationships/slide" Target="/ppt/slides/slide16.xml" Id="R6abb6b7a83454737" /><Relationship Type="http://schemas.openxmlformats.org/officeDocument/2006/relationships/slide" Target="/ppt/slides/slide17.xml" Id="R851c2cdaafd04142" /><Relationship Type="http://schemas.openxmlformats.org/officeDocument/2006/relationships/slide" Target="/ppt/slides/slide18.xml" Id="R7052d10160ae497d" /><Relationship Type="http://schemas.openxmlformats.org/officeDocument/2006/relationships/slide" Target="/ppt/slides/slide19.xml" Id="R393ab2cf425446aa" /><Relationship Type="http://schemas.openxmlformats.org/officeDocument/2006/relationships/slide" Target="/ppt/slides/slide20.xml" Id="R6ff2b20378944a86" /><Relationship Type="http://schemas.openxmlformats.org/officeDocument/2006/relationships/slide" Target="/ppt/slides/slide21.xml" Id="Re419f92667494432" /><Relationship Type="http://schemas.openxmlformats.org/officeDocument/2006/relationships/slide" Target="/ppt/slides/slide22.xml" Id="Rf765185ad9e4449c" /><Relationship Type="http://schemas.openxmlformats.org/officeDocument/2006/relationships/slide" Target="/ppt/slides/slide23.xml" Id="R013bd9fc4a9249b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63403e8e7c17450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b256fa140b43b9" /><Relationship Type="http://schemas.openxmlformats.org/officeDocument/2006/relationships/notesMaster" Target="/ppt/notesMasters/notesMaster1.xml" Id="R9adf8a701ad34d4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15b5023a09f4b8a" /><Relationship Type="http://schemas.openxmlformats.org/officeDocument/2006/relationships/notesMaster" Target="/ppt/notesMasters/notesMaster1.xml" Id="R33ef224f62e64ac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c93f4e498f3494e" /><Relationship Type="http://schemas.openxmlformats.org/officeDocument/2006/relationships/notesMaster" Target="/ppt/notesMasters/notesMaster1.xml" Id="R359febbd33bf4eb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31cce3389ed4c9f" /><Relationship Type="http://schemas.openxmlformats.org/officeDocument/2006/relationships/notesMaster" Target="/ppt/notesMasters/notesMaster1.xml" Id="Re052a6ed0de34ce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dabd60253834407" /><Relationship Type="http://schemas.openxmlformats.org/officeDocument/2006/relationships/notesMaster" Target="/ppt/notesMasters/notesMaster1.xml" Id="R096097efcdde4a6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85b957997f340ff" /><Relationship Type="http://schemas.openxmlformats.org/officeDocument/2006/relationships/notesMaster" Target="/ppt/notesMasters/notesMaster1.xml" Id="R586b963fb2ce457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2a917714b074a5c" /><Relationship Type="http://schemas.openxmlformats.org/officeDocument/2006/relationships/notesMaster" Target="/ppt/notesMasters/notesMaster1.xml" Id="Raa70dd802f4843f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803ad1a1b64490a" /><Relationship Type="http://schemas.openxmlformats.org/officeDocument/2006/relationships/notesMaster" Target="/ppt/notesMasters/notesMaster1.xml" Id="R4da7d08d5fb945a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4872cdd1db04f70" /><Relationship Type="http://schemas.openxmlformats.org/officeDocument/2006/relationships/notesMaster" Target="/ppt/notesMasters/notesMaster1.xml" Id="Rbe8799ab500f4ff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b7034e937304196" /><Relationship Type="http://schemas.openxmlformats.org/officeDocument/2006/relationships/notesMaster" Target="/ppt/notesMasters/notesMaster1.xml" Id="R108a826d048a4f9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a76fef263f046f6" /><Relationship Type="http://schemas.openxmlformats.org/officeDocument/2006/relationships/notesMaster" Target="/ppt/notesMasters/notesMaster1.xml" Id="Ra39fc35b98c9431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1a251f0198d406d" /><Relationship Type="http://schemas.openxmlformats.org/officeDocument/2006/relationships/notesMaster" Target="/ppt/notesMasters/notesMaster1.xml" Id="Rf409d32e9b37495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ba6e4d55d7b4df7" /><Relationship Type="http://schemas.openxmlformats.org/officeDocument/2006/relationships/notesMaster" Target="/ppt/notesMasters/notesMaster1.xml" Id="R5ca31103c8b5447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c420d20bd574845" /><Relationship Type="http://schemas.openxmlformats.org/officeDocument/2006/relationships/notesMaster" Target="/ppt/notesMasters/notesMaster1.xml" Id="R9a5bb3ea9b3a456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5448d03877e48ea" /><Relationship Type="http://schemas.openxmlformats.org/officeDocument/2006/relationships/notesMaster" Target="/ppt/notesMasters/notesMaster1.xml" Id="R49e44cd246d64e2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45708e6dd7b4c44" /><Relationship Type="http://schemas.openxmlformats.org/officeDocument/2006/relationships/notesMaster" Target="/ppt/notesMasters/notesMaster1.xml" Id="Rb5591dca852a418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822da72d7c348d6" /><Relationship Type="http://schemas.openxmlformats.org/officeDocument/2006/relationships/notesMaster" Target="/ppt/notesMasters/notesMaster1.xml" Id="Rc922f5aa63ba436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d7198acd8a542dd" /><Relationship Type="http://schemas.openxmlformats.org/officeDocument/2006/relationships/notesMaster" Target="/ppt/notesMasters/notesMaster1.xml" Id="Ra56f93d066604d9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658ebacfabc4867" /><Relationship Type="http://schemas.openxmlformats.org/officeDocument/2006/relationships/notesMaster" Target="/ppt/notesMasters/notesMaster1.xml" Id="R102546ba56a149c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19bbc82d76e4de3" /><Relationship Type="http://schemas.openxmlformats.org/officeDocument/2006/relationships/notesMaster" Target="/ppt/notesMasters/notesMaster1.xml" Id="Ra79dd4d5b66749d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e6323d982c24d50" /><Relationship Type="http://schemas.openxmlformats.org/officeDocument/2006/relationships/notesMaster" Target="/ppt/notesMasters/notesMaster1.xml" Id="Rc531daafacb549f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f057478aaa546ed" /><Relationship Type="http://schemas.openxmlformats.org/officeDocument/2006/relationships/notesMaster" Target="/ppt/notesMasters/notesMaster1.xml" Id="Ra604fc19d1fb4a1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49daaef62c0401f" /><Relationship Type="http://schemas.openxmlformats.org/officeDocument/2006/relationships/notesMaster" Target="/ppt/notesMasters/notesMaster1.xml" Id="Rab47f3175f404b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OJGuard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OJGuard README.md</a:t>
            </a:r>
          </a:p>
          <a:p xmlns:a="http://schemas.openxmlformats.org/drawingml/2006/main">
            <a:r>
              <a:t>OJGuard OJGuard_项目方案.md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OJGuard OJGuard_项目方案.md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OJGuard output/evidence/incidents/runtime-regression-report.json</a:t>
            </a:r>
          </a:p>
          <a:p xmlns:a="http://schemas.openxmlformats.org/drawingml/2006/main">
            <a:r>
              <a:t>OJGuard output/evidence/java-runtime-comparison.json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OJGuard OJGuard_项目方案.md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OJGuard output/evidence/incidents/scenario-summary.json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OJGuard agentteams/ojguard-team.yaml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OJGuard backend/app/services/incident_workflow.py</a:t>
            </a:r>
          </a:p>
          <a:p xmlns:a="http://schemas.openxmlformats.org/drawingml/2006/main">
            <a:r>
              <a:t>OJGuard backend/app/services/agent_routing.py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OJGuard materials/Agent_Identity_清单.md</a:t>
            </a:r>
          </a:p>
          <a:p xmlns:a="http://schemas.openxmlformats.org/drawingml/2006/main">
            <a:r>
              <a:t>OJGuard agents/identities/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OJGuard agentteams/ojguard-team.yaml</a:t>
            </a:r>
          </a:p>
          <a:p xmlns:a="http://schemas.openxmlformats.org/drawingml/2006/main">
            <a:r>
              <a:t>OJGuard skills/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OJGuard materials/上下文与可观测性说明.md</a:t>
            </a:r>
          </a:p>
          <a:p xmlns:a="http://schemas.openxmlformats.org/drawingml/2006/main">
            <a:r>
              <a:t>OJGuard backend/app/services/repository.py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OJGuard backend/app/services/agent_routing.py</a:t>
            </a:r>
          </a:p>
          <a:p xmlns:a="http://schemas.openxmlformats.org/drawingml/2006/main">
            <a:r>
              <a:t>OJGuard tests/test_agent_runs.py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OJGuard backend/app/services/trusted_rejudge.py</a:t>
            </a:r>
          </a:p>
          <a:p xmlns:a="http://schemas.openxmlformats.org/drawingml/2006/main">
            <a:r>
              <a:t>OJGuard tests/test_agentteams_runtime_control.py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OJGuard output/evidence/agentteams/deterministic-recovery-evidence.json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OJGuard materials/MCP_工具契约与迁移说明.md</a:t>
            </a:r>
          </a:p>
          <a:p xmlns:a="http://schemas.openxmlformats.org/drawingml/2006/main">
            <a:r>
              <a:t>OJGuard scripts/run_agentteams_demo.ps1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OJGuard skills/</a:t>
            </a:r>
          </a:p>
          <a:p xmlns:a="http://schemas.openxmlformats.org/drawingml/2006/main">
            <a:r>
              <a:t>OJGuard mcp_server/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OJGuard skills/</a:t>
            </a:r>
          </a:p>
          <a:p xmlns:a="http://schemas.openxmlformats.org/drawingml/2006/main">
            <a:r>
              <a:t>OJGuard materials/MCP_工具契约与迁移说明.md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OJGuard mcp_server/tools.py</a:t>
            </a:r>
          </a:p>
          <a:p xmlns:a="http://schemas.openxmlformats.org/drawingml/2006/main">
            <a:r>
              <a:t>OJGuard materials/MCP_工具契约与迁移说明.md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OJGuard materials/上下文与可观测性说明.md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OJGuard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OJGuard README.md</a:t>
            </a:r>
          </a:p>
          <a:p xmlns:a="http://schemas.openxmlformats.org/drawingml/2006/main">
            <a:r>
              <a:t>OJGuard materials/提交前检查清单.md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OJGuard OJGuard_项目方案.md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OJGuard README.md</a:t>
            </a:r>
          </a:p>
          <a:p xmlns:a="http://schemas.openxmlformats.org/drawingml/2006/main">
            <a:r>
              <a:t>OJGuard LICENSE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f76c7180ea439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b80ef67814d4caf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8dcc8a0c4fb48aa" /><Relationship Type="http://schemas.openxmlformats.org/officeDocument/2006/relationships/slideLayout" Target="/ppt/slideLayouts/slideLayout1.xml" Id="R7cc7214d81c8430f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902e93dfe948428a" /><Relationship Type="http://schemas.openxmlformats.org/officeDocument/2006/relationships/slideLayout" Target="/ppt/slideLayouts/slideLayout2.xml" Id="R54dce94448ce4c46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cc7214d81c8430f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54dce94448ce4c46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3ca3f612c14312" /><Relationship Type="http://schemas.openxmlformats.org/officeDocument/2006/relationships/notesSlide" Target="/ppt/notesSlides/notesSlide1.xml" Id="Rd879039cc42e499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0aee1e13a64c0a" /><Relationship Type="http://schemas.openxmlformats.org/officeDocument/2006/relationships/notesSlide" Target="/ppt/notesSlides/notesSlide2.xml" Id="R16a7ce43986945a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bef49480c994f82" /><Relationship Type="http://schemas.openxmlformats.org/officeDocument/2006/relationships/notesSlide" Target="/ppt/notesSlides/notesSlide3.xml" Id="R9e7b82ab6ab747d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a56657599147b7" /><Relationship Type="http://schemas.openxmlformats.org/officeDocument/2006/relationships/image" Target="/ppt/media/image.jpeg" Id="Re1f5b57758714fc7" /><Relationship Type="http://schemas.openxmlformats.org/officeDocument/2006/relationships/image" Target="/ppt/media/image.svg" Id="Reb7a920f9c5548ed" /><Relationship Type="http://schemas.openxmlformats.org/officeDocument/2006/relationships/image" Target="/ppt/media/image2.jpeg" Id="Rb0a744696af145f1" /><Relationship Type="http://schemas.openxmlformats.org/officeDocument/2006/relationships/image" Target="/ppt/media/image2.svg" Id="R6557750fc69e4102" /><Relationship Type="http://schemas.openxmlformats.org/officeDocument/2006/relationships/notesSlide" Target="/ppt/notesSlides/notesSlide4.xml" Id="R0db9b408ad8c44b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0f264916424c95" /><Relationship Type="http://schemas.openxmlformats.org/officeDocument/2006/relationships/notesSlide" Target="/ppt/notesSlides/notesSlide5.xml" Id="Rb26999c24e934be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c4c4c072dd4466" /><Relationship Type="http://schemas.openxmlformats.org/officeDocument/2006/relationships/image" Target="/ppt/media/image.jpeg" Id="R30e86d830e3f45aa" /><Relationship Type="http://schemas.openxmlformats.org/officeDocument/2006/relationships/image" Target="/ppt/media/image.svg" Id="R1b10253e27aa457f" /><Relationship Type="http://schemas.openxmlformats.org/officeDocument/2006/relationships/image" Target="/ppt/media/image2.jpeg" Id="Rd64ec457e2ad4a23" /><Relationship Type="http://schemas.openxmlformats.org/officeDocument/2006/relationships/image" Target="/ppt/media/image2.svg" Id="R8ccbca3d59164574" /><Relationship Type="http://schemas.openxmlformats.org/officeDocument/2006/relationships/notesSlide" Target="/ppt/notesSlides/notesSlide6.xml" Id="R273715c9f382473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555c190b24a4db0" /><Relationship Type="http://schemas.openxmlformats.org/officeDocument/2006/relationships/notesSlide" Target="/ppt/notesSlides/notesSlide7.xml" Id="Rc2cd4527ff8a45d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fd30ae1a7848fd" /><Relationship Type="http://schemas.openxmlformats.org/officeDocument/2006/relationships/image" Target="/ppt/media/image3.jpeg" Id="Rb2e3936377e046e8" /><Relationship Type="http://schemas.openxmlformats.org/officeDocument/2006/relationships/image" Target="/ppt/media/image3.svg" Id="R877feb7c07c14776" /><Relationship Type="http://schemas.openxmlformats.org/officeDocument/2006/relationships/notesSlide" Target="/ppt/notesSlides/notesSlide8.xml" Id="Re067abba8be7461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327b4711934ff3" /><Relationship Type="http://schemas.openxmlformats.org/officeDocument/2006/relationships/image" Target="/ppt/media/image4.jpeg" Id="R3e8b179dfdb74a73" /><Relationship Type="http://schemas.openxmlformats.org/officeDocument/2006/relationships/image" Target="/ppt/media/image4.svg" Id="R474337f46e324dc6" /><Relationship Type="http://schemas.openxmlformats.org/officeDocument/2006/relationships/image" Target="/ppt/media/image.png" Id="R982171bb70c74bde" /><Relationship Type="http://schemas.openxmlformats.org/officeDocument/2006/relationships/image" Target="/ppt/media/image5.svg" Id="R2552f97c1b99497b" /><Relationship Type="http://schemas.openxmlformats.org/officeDocument/2006/relationships/notesSlide" Target="/ppt/notesSlides/notesSlide9.xml" Id="R60a6db51d06d4df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3ab64f68184a5f" /><Relationship Type="http://schemas.openxmlformats.org/officeDocument/2006/relationships/notesSlide" Target="/ppt/notesSlides/notesSlide10.xml" Id="R7baa9e520d3748d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285f52f96e4e23" /><Relationship Type="http://schemas.openxmlformats.org/officeDocument/2006/relationships/notesSlide" Target="/ppt/notesSlides/notesSlide11.xml" Id="Rb105689abffb40e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bd658d1e4e47a5" /><Relationship Type="http://schemas.openxmlformats.org/officeDocument/2006/relationships/notesSlide" Target="/ppt/notesSlides/notesSlide12.xml" Id="R4c66e31b878b49f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e055b5c855428f" /><Relationship Type="http://schemas.openxmlformats.org/officeDocument/2006/relationships/notesSlide" Target="/ppt/notesSlides/notesSlide13.xml" Id="R8a4bc0f970874c7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f8279e18ce4674" /><Relationship Type="http://schemas.openxmlformats.org/officeDocument/2006/relationships/notesSlide" Target="/ppt/notesSlides/notesSlide14.xml" Id="Rf435b9d73ada498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9dafac3e4b4da3" /><Relationship Type="http://schemas.openxmlformats.org/officeDocument/2006/relationships/notesSlide" Target="/ppt/notesSlides/notesSlide15.xml" Id="Raa116088e26440f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4a645a8c5474e24" /><Relationship Type="http://schemas.openxmlformats.org/officeDocument/2006/relationships/notesSlide" Target="/ppt/notesSlides/notesSlide16.xml" Id="R81eb92d59b5b428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307047cb834f0f" /><Relationship Type="http://schemas.openxmlformats.org/officeDocument/2006/relationships/image" Target="/ppt/media/image2.png" Id="R442f6ff697344eb1" /><Relationship Type="http://schemas.openxmlformats.org/officeDocument/2006/relationships/image" Target="/ppt/media/image6.svg" Id="R4829c1e815494547" /><Relationship Type="http://schemas.openxmlformats.org/officeDocument/2006/relationships/notesSlide" Target="/ppt/notesSlides/notesSlide17.xml" Id="Rb9b9f28f807d4f6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6c22f7aaf04888" /><Relationship Type="http://schemas.openxmlformats.org/officeDocument/2006/relationships/notesSlide" Target="/ppt/notesSlides/notesSlide18.xml" Id="R0b6b63aff90d42e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744d31269e4be9" /><Relationship Type="http://schemas.openxmlformats.org/officeDocument/2006/relationships/notesSlide" Target="/ppt/notesSlides/notesSlide19.xml" Id="Rcf79ec6be2ad440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eae433d1774992" /><Relationship Type="http://schemas.openxmlformats.org/officeDocument/2006/relationships/notesSlide" Target="/ppt/notesSlides/notesSlide20.xml" Id="R233cfc022107407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5098ea794c4ae1" /><Relationship Type="http://schemas.openxmlformats.org/officeDocument/2006/relationships/notesSlide" Target="/ppt/notesSlides/notesSlide21.xml" Id="R0c5523b7976c4d8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586ac4578c457e" /><Relationship Type="http://schemas.openxmlformats.org/officeDocument/2006/relationships/notesSlide" Target="/ppt/notesSlides/notesSlide22.xml" Id="R04075c57c7f5476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1f9326629f49aa" /><Relationship Type="http://schemas.openxmlformats.org/officeDocument/2006/relationships/notesSlide" Target="/ppt/notesSlides/notesSlide23.xml" Id="R56a889c295f846f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B1F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E80E626-212B-4C14-B6F2-ABDCB9FD9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-1280160"/>
            <a:ext cx="4114800" cy="411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5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0EF476A-5F46-460C-B509-B9E721E0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4206240"/>
            <a:ext cx="2926080" cy="2926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5B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32425E5-AAB7-429E-A580-7183B196A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22960" y="4937760"/>
            <a:ext cx="2743200" cy="2743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5B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C34FAA8-2711-4FB7-A811-6D8D0BE4E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55448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GOAI 世界人工智能开源大赛 · Agent Infra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D9398C4-1D74-424C-B3E5-9C5D86CA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65960"/>
            <a:ext cx="868680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2000"/>
              </a:lnSpc>
              <a:buNone/>
            </a:pPr>
            <a:r>
              <a:rPr sz="4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OJGuard | 在线测评事故响应与可信重评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1343E427-AE3B-48E2-9E8E-68CE2E9DB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17220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AEB6D6"/>
                </a:solidFill>
                <a:latin typeface="微软雅黑"/>
                <a:ea typeface="微软雅黑"/>
                <a:cs typeface="微软雅黑"/>
              </a:rPr>
              <a:t>单人团队 · 可运行开源作品</a:t>
            </a: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90797F66-FCD9-4EB3-AE73-9ABFCCC0B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26510"/>
            <a:ext cx="6096000" cy="3219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多 Agent 协同调查、受控处置与可验证关闭</a:t>
            </a:r>
          </a:p>
        </p:txBody>
      </p:sp>
    </p:spTree>
    <p:extLst>
      <p:ext uri="{BB962C8B-B14F-4D97-AF65-F5344CB8AC3E}">
        <p14:creationId xmlns:p14="http://schemas.microsoft.com/office/powerpoint/2010/main" val="1681106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68C1755-3F45-48CF-999A-FD42368A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P0 · 项目概览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BF2021E-5AAB-4FC7-952E-FAC1D165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从异常信号到可信重评的 Agent Infra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1536B52-3509-4967-9551-520C39F3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186B344-CFAE-4B82-BCB4-98F9387B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2573AA2-8D75-4B9F-8897-13D9746A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应用场景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D61D531-6706-42B2-8050-64CC1D75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在线测评批量误判事故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0E08165-4652-40F3-912B-3863B508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招聘考试、教育与竞赛 OJ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18EBFDA-707A-40E0-B255-83C80D90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77389A9-4862-43ED-9AF6-88075FF2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FBC7C3E-1D78-44E8-971E-FF44DF8A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核心目标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723C05D-30A1-47C9-A064-E78AD0B8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定位根因并冻结影响范围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A5DE3B7-A7AD-4EA8-8502-B27078A0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只重评真正受影响的提交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1C94FF7B-296E-42FA-B04F-28E2E089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B4EDAB7-0987-4D7B-9070-D9F1ED35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ACF8799-E110-4271-82ED-3DF77D03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方案设计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5564A5B-C37C-41F2-8D10-C12A456E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状态机驱动多 Agent 协作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5497122-A0AC-483B-85E6-DF52606B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任务、证据和权限相互约束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55E51318-5356-4522-83FA-D6D785A7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097433ED-BA3E-44FD-989E-AB21CF05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B3AEF05-7D70-4190-8EE5-D9DFD6D7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能力分工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5BD6919-8D8C-4F17-8362-627A5244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 个 Manager + 6 个 Worker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26869A2D-899D-419E-A2EE-916DAD7F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独立调查、规划、执行与核验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EEE92937-518F-4C16-AA30-2FBC4707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F9E7C310-DEDA-469C-8E24-02147C28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C163C99E-5D3C-4232-BDE9-9C060DF7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工具底座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6C5F5E47-D5F0-4278-AD80-2DD70970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9 Skills / 12 MCP 工具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DD4FC4B-0467-4DC0-8AD9-2E844878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确定性事实与动作全部留痕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9B927134-2514-43C4-80D3-0C21DE9C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25154288-3FBB-4375-9633-063D7615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F85BEB9-3392-46EC-BCF3-41EF9E82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落地基础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0E9BDF85-3811-4542-ADF0-D045D57D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前后端、Runner 与审计台账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A1355F35-8459-472E-90D6-7CCE8608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63 项测试和三类场景证据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D1A442C3-EAA3-4102-9C7A-03DF01B6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774011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C4B5F1E-8217-4ECD-9F5A-9C69A23B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62783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第一章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EC15EC4-5470-4E47-AE4A-E838AE1ED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37103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场景与价值</a:t>
            </a:r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6E94676F-CEFD-4258-B7BC-C602EE689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35901206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E784E5C5-DE95-4906-BC07-AED484C31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360" y="27482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第一章 · 事故代价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FA3F051E-F0C7-4062-8FA5-B30676B47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360" y="54914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一次环境回归会污染成绩与晋级结果</a:t>
            </a: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FB8A932E-D327-4D41-9497-BFDFF8EC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475" y="1189355"/>
            <a:ext cx="801306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固定场景数据中错误率从 8.3% 升至 41.4%，影响 703 名候选人与 742 次提交；处理结果必须能够被复核和追责。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2FD495F8-06DF-4A33-9C7F-448B34962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8115" y="5574030"/>
            <a:ext cx="40640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固定种子 20260802 · Java Runner 真实 OK / TLE 对照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f5b57758714fc7">
            <a:extLst>
              <a:ext uri="{96DAC541-7B7A-43D3-8B79-37D633B846F1}">
                <asvg:svgBlip xmlns:asvg="http://schemas.microsoft.com/office/drawing/2016/SVG/main" r:embed="Reb7a920f9c5548e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40360" y="2390775"/>
            <a:ext cx="5560060" cy="3127375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a744696af145f1">
            <a:extLst>
              <a:ext uri="{96DAC541-7B7A-43D3-8B79-37D633B846F1}">
                <asvg:svgBlip xmlns:asvg="http://schemas.microsoft.com/office/drawing/2016/SVG/main" r:embed="R6557750fc69e410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72505" y="2390775"/>
            <a:ext cx="5485765" cy="31013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3346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68C1755-3F45-48CF-999A-FD42368A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第一章 · 业务价值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BF2021E-5AAB-4FC7-952E-FAC1D165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事故响应需要同时保护公平、效率与信任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1536B52-3509-4967-9551-520C39F3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186B344-CFAE-4B82-BCB4-98F9387B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2573AA2-8D75-4B9F-8897-13D9746A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招聘考试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D61D531-6706-42B2-8050-64CC1D75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批量误判可能改变录用排序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0E08165-4652-40F3-912B-3863B508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需要精确范围与晋级重算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18EBFDA-707A-40E0-B255-83C80D90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77389A9-4862-43ED-9AF6-88075FF2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FBC7C3E-1D78-44E8-971E-FF44DF8A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在线教育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723C05D-30A1-47C9-A064-E78AD0B8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错误成绩影响学习反馈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A5DE3B7-A7AD-4EA8-8502-B27078A0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需要快速纠错与解释证据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1C94FF7B-296E-42FA-B04F-28E2E089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B4EDAB7-0987-4D7B-9070-D9F1ED35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ACF8799-E110-4271-82ED-3DF77D03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竞赛 OJ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5564A5B-C37C-41F2-8D10-C12A456E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环境波动可能改变排名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5497122-A0AC-483B-85E6-DF52606B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需要统一规则和可信重评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55E51318-5356-4522-83FA-D6D785A7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097433ED-BA3E-44FD-989E-AB21CF05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B3AEF05-7D70-4190-8EE5-D9DFD6D7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运营效率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5BD6919-8D8C-4F17-8362-627A5244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缩短定位、审批和重评时间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26869A2D-899D-419E-A2EE-916DAD7F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减少人工交叉核对成本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EEE92937-518F-4C16-AA30-2FBC4707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F9E7C310-DEDA-469C-8E24-02147C28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C163C99E-5D3C-4232-BDE9-9C060DF7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用户信任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6C5F5E47-D5F0-4278-AD80-2DD70970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每个结论均可回溯证据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DD4FC4B-0467-4DC0-8AD9-2E844878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投诉处理不依赖口头解释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9B927134-2514-43C4-80D3-0C21DE9C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25154288-3FBB-4375-9633-063D7615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F85BEB9-3392-46EC-BCF3-41EF9E82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审计合规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0E9BDF85-3811-4542-ADF0-D045D57D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关键动作经过门禁并留痕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A1355F35-8459-472E-90D6-7CCE8608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支持事后复盘和责任界定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D1A442C3-EAA3-4102-9C7A-03DF01B6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07740114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E784E5C5-DE95-4906-BC07-AED484C31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360" y="27482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第一章 · 场景泛化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FA3F051E-F0C7-4062-8FA5-B30676B47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360" y="54914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同一闭环覆盖三类 OJ 事故</a:t>
            </a: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FB8A932E-D327-4D41-9497-BFDFF8EC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475" y="1189355"/>
            <a:ext cx="8013065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运行时回归、节点退化和 Checker 缺陷共享状态机与证据契约，新增事故类型只需扩展 Playbook 和工具适配器。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2FD495F8-06DF-4A33-9C7F-448B34962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8115" y="5574030"/>
            <a:ext cx="40640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三类固定种子场景覆盖率均为 100%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e86d830e3f45aa">
            <a:extLst>
              <a:ext uri="{96DAC541-7B7A-43D3-8B79-37D633B846F1}">
                <asvg:svgBlip xmlns:asvg="http://schemas.microsoft.com/office/drawing/2016/SVG/main" r:embed="R1b10253e27aa457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40360" y="2390775"/>
            <a:ext cx="5560060" cy="3127375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4ec457e2ad4a23">
            <a:extLst>
              <a:ext uri="{96DAC541-7B7A-43D3-8B79-37D633B846F1}">
                <asvg:svgBlip xmlns:asvg="http://schemas.microsoft.com/office/drawing/2016/SVG/main" r:embed="R8ccbca3d5916457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72505" y="2390775"/>
            <a:ext cx="5485765" cy="31013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3346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1F0D842F-3B02-4B1A-8002-9F84545D6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  <p:sp>
        <p:nvSpPr>
          <p:cNvPr id="5" name="Text 0">
            <a:extLst xmlns:a="http://schemas.openxmlformats.org/drawingml/2006/main">
              <a:ext uri="{FF2B5EF4-FFF2-40B4-BE49-F238E27FC236}">
                <a16:creationId xmlns:a16="http://schemas.microsoft.com/office/drawing/2014/main" id="{D2298194-FF19-4691-8B66-A5533EEC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6722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第二章</a:t>
            </a:r>
          </a:p>
        </p:txBody>
      </p:sp>
      <p:sp>
        <p:nvSpPr>
          <p:cNvPr id="6" name="Text 1">
            <a:extLst xmlns:a="http://schemas.openxmlformats.org/drawingml/2006/main">
              <a:ext uri="{FF2B5EF4-FFF2-40B4-BE49-F238E27FC236}">
                <a16:creationId xmlns:a16="http://schemas.microsoft.com/office/drawing/2014/main" id="{960A224B-C790-46C1-AAFE-A95C61197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4154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方案设计</a:t>
            </a:r>
          </a:p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AD0FCDDC-23D2-4728-A6F8-EAA744BF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6775" y="457200"/>
            <a:ext cx="44805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EDE4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8" name="Text 3">
            <a:extLst xmlns:a="http://schemas.openxmlformats.org/drawingml/2006/main">
              <a:ext uri="{FF2B5EF4-FFF2-40B4-BE49-F238E27FC236}">
                <a16:creationId xmlns:a16="http://schemas.microsoft.com/office/drawing/2014/main" id="{17BEAD2C-A999-4457-9E85-5D9C2A793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943" y="548640"/>
            <a:ext cx="31089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对应评分维度</a:t>
            </a:r>
          </a:p>
        </p:txBody>
      </p:sp>
      <p:sp>
        <p:nvSpPr>
          <p:cNvPr id="9" name="Text 4">
            <a:extLst xmlns:a="http://schemas.openxmlformats.org/drawingml/2006/main">
              <a:ext uri="{FF2B5EF4-FFF2-40B4-BE49-F238E27FC236}">
                <a16:creationId xmlns:a16="http://schemas.microsoft.com/office/drawing/2014/main" id="{E6FBAD3F-3A0A-49D1-A70E-F3F6583BA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943" y="768096"/>
            <a:ext cx="3108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多 Agent 协同与自主闭环能力</a:t>
            </a:r>
          </a:p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B2CE338B-19AD-424E-9BC3-30AA8D3B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11" name="Text 6">
            <a:extLst xmlns:a="http://schemas.openxmlformats.org/drawingml/2006/main">
              <a:ext uri="{FF2B5EF4-FFF2-40B4-BE49-F238E27FC236}">
                <a16:creationId xmlns:a16="http://schemas.microsoft.com/office/drawing/2014/main" id="{1BA31599-A599-420F-B60F-454B7B8D8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25%</a:t>
            </a:r>
          </a:p>
        </p:txBody>
      </p:sp>
    </p:spTree>
    <p:extLst>
      <p:ext uri="{BB962C8B-B14F-4D97-AF65-F5344CB8AC3E}">
        <p14:creationId xmlns:p14="http://schemas.microsoft.com/office/powerpoint/2010/main" val="13067284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4FBFDC0-0F00-4CF9-BA1B-5FCF1F8CB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第二章 · 总体架构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2C4A784-AB0C-4B37-986F-D3B238F3B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Agent 负责决策，确定性工具负责事实与执行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2CF50BB3-2EFE-4F35-8E44-34990A76E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8</a:t>
            </a: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663FAA5A-5435-4234-9F16-09C5FD73F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1204595"/>
            <a:ext cx="8013065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信号进入 IncidentContext；Manager 选择合法 RouteOption；Worker 调用 Skill/MCP；状态机校验审批、批次和验证结果。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e3936377e046e8">
            <a:extLst>
              <a:ext uri="{96DAC541-7B7A-43D3-8B79-37D633B846F1}">
                <asvg:svgBlip xmlns:asvg="http://schemas.microsoft.com/office/drawing/2016/SVG/main" r:embed="R877feb7c07c1477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177415" y="1801495"/>
            <a:ext cx="7837805" cy="441833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5372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2DC4C02-D03B-4981-8197-3AA110C2C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第二章 · Agent 分工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B08906C-F54D-43B4-A539-98D039273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1 个 Manager 编排 6 个专职 Worker</a:t>
            </a: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B6C2E999-D206-4914-8C57-8B7B5E7EC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1204595"/>
            <a:ext cx="8013065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Signal 聚合信号，Root Cause 设计实验，Impact 冻结范围，Planner 生成计划，Executor 受控执行，Verifier 独立核验。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8b179dfdb74a73">
            <a:extLst>
              <a:ext uri="{96DAC541-7B7A-43D3-8B79-37D633B846F1}">
                <asvg:svgBlip xmlns:asvg="http://schemas.microsoft.com/office/drawing/2016/SVG/main" r:embed="R474337f46e324dc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25780" y="2304415"/>
            <a:ext cx="5283200" cy="2964180"/>
          </a:xfrm>
          <a:prstGeom xmlns:a="http://schemas.openxmlformats.org/drawingml/2006/main" prst="rect">
            <a:avLst/>
          </a:prstGeom>
        </p:spPr>
      </p:pic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2171bb70c74bde">
            <a:extLst>
              <a:ext uri="{96DAC541-7B7A-43D3-8B79-37D633B846F1}">
                <asvg:svgBlip xmlns:asvg="http://schemas.microsoft.com/office/drawing/2016/SVG/main" r:embed="R2552f97c1b99497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9370" y="2304415"/>
            <a:ext cx="5285740" cy="296418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1148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68C1755-3F45-48CF-999A-FD42368A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第二章 · 任务拆解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BF2021E-5AAB-4FC7-952E-FAC1D165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主任务被拆为六个可验收阶段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1536B52-3509-4967-9551-520C39F3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186B344-CFAE-4B82-BCB4-98F9387B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2573AA2-8D75-4B9F-8897-13D9746A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信号归一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D61D531-6706-42B2-8050-64CC1D75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聚合告警、日志和投诉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0E08165-4652-40F3-912B-3863B508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Signal Worker 输出统一快照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18EBFDA-707A-40E0-B255-83C80D90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77389A9-4862-43ED-9AF6-88075FF2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FBC7C3E-1D78-44E8-971E-FF44DF8A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根因调查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723C05D-30A1-47C9-A064-E78AD0B8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建立竞争假设与实验候选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A5DE3B7-A7AD-4EA8-8502-B27078A0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Root Cause 输出证据结论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1C94FF7B-296E-42FA-B04F-28E2E089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B4EDAB7-0987-4D7B-9070-D9F1ED35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ACF8799-E110-4271-82ED-3DF77D03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影响定界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5564A5B-C37C-41F2-8D10-C12A456E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计算候选人和提交集合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5497122-A0AC-483B-85E6-DF52606B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Impact 输出冻结范围哈希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55E51318-5356-4522-83FA-D6D785A7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097433ED-BA3E-44FD-989E-AB21CF05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B3AEF05-7D70-4190-8EE5-D9DFD6D7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处置规划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5BD6919-8D8C-4F17-8362-627A5244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生成控制、灰度和全量计划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26869A2D-899D-419E-A2EE-916DAD7F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Planner 输出版本化方案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EEE92937-518F-4C16-AA30-2FBC4707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F9E7C310-DEDA-469C-8E24-02147C28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C163C99E-5D3C-4232-BDE9-9C060DF7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受控执行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6C5F5E47-D5F0-4278-AD80-2DD70970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仅运行已获批批次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DD4FC4B-0467-4DC0-8AD9-2E844878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Executor 使用幂等键写入结果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9B927134-2514-43C4-80D3-0C21DE9C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25154288-3FBB-4375-9633-063D7615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F85BEB9-3392-46EC-BCF3-41EF9E82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独立核验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0E9BDF85-3811-4542-ADF0-D045D57D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重算覆盖、重复和边界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A1355F35-8459-472E-90D6-7CCE8608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Verifier 决定能否关闭事故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D1A442C3-EAA3-4102-9C7A-03DF01B6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7740114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68C1755-3F45-48CF-999A-FD42368A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第二章 · 上下文传递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BF2021E-5AAB-4FC7-952E-FAC1D165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结构化 IncidentContext 代替隐式聊天记忆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1536B52-3509-4967-9551-520C39F3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186B344-CFAE-4B82-BCB4-98F9387B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2573AA2-8D75-4B9F-8897-13D9746A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状态快照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D61D531-6706-42B2-8050-64CC1D75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保存事故阶段与当前约束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0E08165-4652-40F3-912B-3863B508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每次路由读取同一事实源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18EBFDA-707A-40E0-B255-83C80D90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77389A9-4862-43ED-9AF6-88075FF2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FBC7C3E-1D78-44E8-971E-FF44DF8A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历史事件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723C05D-30A1-47C9-A064-E78AD0B8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AgentRun/Event 顺序记录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A5DE3B7-A7AD-4EA8-8502-B27078A0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支持恢复、增量查询和 SSE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1C94FF7B-296E-42FA-B04F-28E2E089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B4EDAB7-0987-4D7B-9070-D9F1ED35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ACF8799-E110-4271-82ED-3DF77D03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证据引用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5564A5B-C37C-41F2-8D10-C12A456E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假设、实验、范围和批次有 ID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5497122-A0AC-483B-85E6-DF52606B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Worker 输出必须携带 refs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55E51318-5356-4522-83FA-D6D785A7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097433ED-BA3E-44FD-989E-AB21CF05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B3AEF05-7D70-4190-8EE5-D9DFD6D7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结构化输出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5BD6919-8D8C-4F17-8362-627A5244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Agent 结果成为下一步输入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26869A2D-899D-419E-A2EE-916DAD7F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Schema 校验字段和状态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EEE92937-518F-4C16-AA30-2FBC4707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F9E7C310-DEDA-469C-8E24-02147C28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C163C99E-5D3C-4232-BDE9-9C060DF7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工具回写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6C5F5E47-D5F0-4278-AD80-2DD70970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MCP 结果写入事故台账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DD4FC4B-0467-4DC0-8AD9-2E844878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避免只存在模型对话中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9B927134-2514-43C4-80D3-0C21DE9C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25154288-3FBB-4375-9633-063D7615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F85BEB9-3392-46EC-BCF3-41EF9E82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交接校验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0E9BDF85-3811-4542-ADF0-D045D57D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状态机验证预期结果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A1355F35-8459-472E-90D6-7CCE8608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不完整上下文不会推进流程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D1A442C3-EAA3-4102-9C7A-03DF01B6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7740114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68C1755-3F45-48CF-999A-FD42368A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第二章 · 协同执行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BF2021E-5AAB-4FC7-952E-FAC1D165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动态路由受状态机与证据共同约束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1536B52-3509-4967-9551-520C39F3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186B344-CFAE-4B82-BCB4-98F9387B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2573AA2-8D75-4B9F-8897-13D9746A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合法选项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D61D531-6706-42B2-8050-64CC1D75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当前状态生成 RouteOption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0E08165-4652-40F3-912B-3863B508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拒绝跨阶段或越权动作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18EBFDA-707A-40E0-B255-83C80D90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77389A9-4862-43ED-9AF6-88075FF2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FBC7C3E-1D78-44E8-971E-FF44DF8A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候选实验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723C05D-30A1-47C9-A064-E78AD0B8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同一根因可有多个实验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A5DE3B7-A7AD-4EA8-8502-B27078A0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Manager 选择信息量更高者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1C94FF7B-296E-42FA-B04F-28E2E089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B4EDAB7-0987-4D7B-9070-D9F1ED35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ACF8799-E110-4271-82ED-3DF77D03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证据不足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5564A5B-C37C-41F2-8D10-C12A456E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INCONCLUSIVE 保持调查态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5497122-A0AC-483B-85E6-DF52606B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允许从剩余候选中补选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55E51318-5356-4522-83FA-D6D785A7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097433ED-BA3E-44FD-989E-AB21CF05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B3AEF05-7D70-4190-8EE5-D9DFD6D7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确定性校验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5BD6919-8D8C-4F17-8362-627A5244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工具结果决定状态是否推进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26869A2D-899D-419E-A2EE-916DAD7F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模型不能替代数值判断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EEE92937-518F-4C16-AA30-2FBC4707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F9E7C310-DEDA-469C-8E24-02147C28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C163C99E-5D3C-4232-BDE9-9C060DF7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状态转移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6C5F5E47-D5F0-4278-AD80-2DD70970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每一步声明 expected state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DD4FC4B-0467-4DC0-8AD9-2E844878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异常结果进入明确分支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9B927134-2514-43C4-80D3-0C21DE9C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25154288-3FBB-4375-9633-063D7615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F85BEB9-3392-46EC-BCF3-41EF9E82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人工门禁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0E9BDF85-3811-4542-ADF0-D045D57D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高风险路由等待审批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A1355F35-8459-472E-90D6-7CCE8608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批准对象与计划版本绑定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D1A442C3-EAA3-4102-9C7A-03DF01B6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07740114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68C1755-3F45-48CF-999A-FD42368A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第二章 · 结果验证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BF2021E-5AAB-4FC7-952E-FAC1D165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关闭事故前必须通过六类独立检查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1536B52-3509-4967-9551-520C39F3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186B344-CFAE-4B82-BCB4-98F9387B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2573AA2-8D75-4B9F-8897-13D9746A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实验充分性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D61D531-6706-42B2-8050-64CC1D75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根因实验必须 PASSED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0E08165-4652-40F3-912B-3863B508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INCONCLUSIVE 不视为成功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18EBFDA-707A-40E0-B255-83C80D90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77389A9-4862-43ED-9AF6-88075FF2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FBC7C3E-1D78-44E8-971E-FF44DF8A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范围一致性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723C05D-30A1-47C9-A064-E78AD0B8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重评集合匹配冻结哈希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A5DE3B7-A7AD-4EA8-8502-B27078A0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禁止跨范围成绩写入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1C94FF7B-296E-42FA-B04F-28E2E089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B4EDAB7-0987-4D7B-9070-D9F1ED35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ACF8799-E110-4271-82ED-3DF77D03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批次完整性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5564A5B-C37C-41F2-8D10-C12A456E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控制、灰度、全量均完成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5497122-A0AC-483B-85E6-DF52606B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失败或暂停批次不计覆盖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55E51318-5356-4522-83FA-D6D785A7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097433ED-BA3E-44FD-989E-AB21CF05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B3AEF05-7D70-4190-8EE5-D9DFD6D7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幂等一致性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5BD6919-8D8C-4F17-8362-627A5244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重复重评数量必须为 0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26869A2D-899D-419E-A2EE-916DAD7F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批次键阻止重复执行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EEE92937-518F-4C16-AA30-2FBC4707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F9E7C310-DEDA-469C-8E24-02147C28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C163C99E-5D3C-4232-BDE9-9C060DF7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结果重算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6C5F5E47-D5F0-4278-AD80-2DD70970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重新计算成绩与晋级变化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DD4FC4B-0467-4DC0-8AD9-2E844878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不复用执行 Agent 的结论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9B927134-2514-43C4-80D3-0C21DE9C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25154288-3FBB-4375-9633-063D7615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F85BEB9-3392-46EC-BCF3-41EF9E82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关闭条件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0E9BDF85-3811-4542-ADF0-D045D57D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覆盖 100%，漏评与越界为 0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A1355F35-8459-472E-90D6-7CCE8608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全部断言通过才 RESOLVED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D1A442C3-EAA3-4102-9C7A-03DF01B6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07740114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68C1755-3F45-48CF-999A-FD42368A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第二章 · 异常分支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BF2021E-5AAB-4FC7-952E-FAC1D165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失败不会被隐藏，而是进入可恢复状态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1536B52-3509-4967-9551-520C39F3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186B344-CFAE-4B82-BCB4-98F9387B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2573AA2-8D75-4B9F-8897-13D9746A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证据不足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D61D531-6706-42B2-8050-64CC1D75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实验返回 INCONCLUSIVE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0E08165-4652-40F3-912B-3863B508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保持调查态并补选实验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18EBFDA-707A-40E0-B255-83C80D90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77389A9-4862-43ED-9AF6-88075FF2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FBC7C3E-1D78-44E8-971E-FF44DF8A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工具失败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723C05D-30A1-47C9-A064-E78AD0B8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超时、Schema 或依赖异常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A5DE3B7-A7AD-4EA8-8502-B27078A0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记录错误并转人工处理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1C94FF7B-296E-42FA-B04F-28E2E089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B4EDAB7-0987-4D7B-9070-D9F1ED35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ACF8799-E110-4271-82ED-3DF77D03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状态冲突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5564A5B-C37C-41F2-8D10-C12A456E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Worker 输出不符合预期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5497122-A0AC-483B-85E6-DF52606B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拒绝写入并保留上下文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55E51318-5356-4522-83FA-D6D785A7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097433ED-BA3E-44FD-989E-AB21CF05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B3AEF05-7D70-4190-8EE5-D9DFD6D7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灰度失败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5BD6919-8D8C-4F17-8362-627A5244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事故立即进入 PAUSED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26869A2D-899D-419E-A2EE-916DAD7F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回滚失败批次并阻断全量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EEE92937-518F-4C16-AA30-2FBC4707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F9E7C310-DEDA-469C-8E24-02147C28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C163C99E-5D3C-4232-BDE9-9C060DF7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审批拒绝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6C5F5E47-D5F0-4278-AD80-2DD70970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计划保持不可执行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DD4FC4B-0467-4DC0-8AD9-2E844878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修改计划后重新发起审批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9B927134-2514-43C4-80D3-0C21DE9C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25154288-3FBB-4375-9633-063D7615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F85BEB9-3392-46EC-BCF3-41EF9E82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恢复失败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0E9BDF85-3811-4542-ADF0-D045D57D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canary_retry 未通过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A1355F35-8459-472E-90D6-7CCE8608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继续暂停或升级人工处置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D1A442C3-EAA3-4102-9C7A-03DF01B6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07740114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68C1755-3F45-48CF-999A-FD42368A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第二章 · 安全边界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BF2021E-5AAB-4FC7-952E-FAC1D165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风险控制贯穿建议、审批、执行与关闭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1536B52-3509-4967-9551-520C39F3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186B344-CFAE-4B82-BCB4-98F9387B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2573AA2-8D75-4B9F-8897-13D9746A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最小权限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D61D531-6706-42B2-8050-64CC1D75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Worker 只能调用授权工具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0E08165-4652-40F3-912B-3863B508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分析角色没有批量执行权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18EBFDA-707A-40E0-B255-83C80D90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77389A9-4862-43ED-9AF6-88075FF2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FBC7C3E-1D78-44E8-971E-FF44DF8A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双重审批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723C05D-30A1-47C9-A064-E78AD0B8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技术与业务门禁分别留痕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A5DE3B7-A7AD-4EA8-8502-B27078A0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高风险动作必须显式批准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1C94FF7B-296E-42FA-B04F-28E2E089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B4EDAB7-0987-4D7B-9070-D9F1ED35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ACF8799-E110-4271-82ED-3DF77D03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范围冻结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5564A5B-C37C-41F2-8D10-C12A456E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计划绑定影响集合哈希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5497122-A0AC-483B-85E6-DF52606B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后续批次禁止扩大范围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55E51318-5356-4522-83FA-D6D785A7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097433ED-BA3E-44FD-989E-AB21CF05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B3AEF05-7D70-4190-8EE5-D9DFD6D7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幂等保护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5BD6919-8D8C-4F17-8362-627A5244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事故、批次和提交都有键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26869A2D-899D-419E-A2EE-916DAD7F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重试不会产生重复写入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EEE92937-518F-4C16-AA30-2FBC4707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F9E7C310-DEDA-469C-8E24-02147C28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C163C99E-5D3C-4232-BDE9-9C060DF7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暂停回滚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6C5F5E47-D5F0-4278-AD80-2DD70970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灰度异常立即阻断全量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DD4FC4B-0467-4DC0-8AD9-2E844878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失败批次保存替代关系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9B927134-2514-43C4-80D3-0C21DE9C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25154288-3FBB-4375-9633-063D7615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F85BEB9-3392-46EC-BCF3-41EF9E82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秘密隔离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0E9BDF85-3811-4542-ADF0-D045D57D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密钥仅从本地环境读取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A1355F35-8459-472E-90D6-7CCE8608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日志、证据与提交包均脱敏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D1A442C3-EAA3-4102-9C7A-03DF01B6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07740114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23C1AA86-874A-44C1-A562-B9C7650B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EE83B51-0E9D-4639-BCAB-82A9DB4C9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67863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第三章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5648217-8C9F-4E2F-8B40-50B1E4BFB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42183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Skill 与工具集成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0748C36-06FD-40B6-9159-68510BC56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6775" y="457200"/>
            <a:ext cx="44805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EDE4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12" name="Text 3">
            <a:extLst xmlns:a="http://schemas.openxmlformats.org/drawingml/2006/main">
              <a:ext uri="{FF2B5EF4-FFF2-40B4-BE49-F238E27FC236}">
                <a16:creationId xmlns:a16="http://schemas.microsoft.com/office/drawing/2014/main" id="{12CF9BDC-B999-4C0E-8EB0-DF2AB8ECE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943" y="548640"/>
            <a:ext cx="31089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对应评分维度</a:t>
            </a:r>
          </a:p>
        </p:txBody>
      </p:sp>
      <p:sp>
        <p:nvSpPr>
          <p:cNvPr id="13" name="Text 4">
            <a:extLst xmlns:a="http://schemas.openxmlformats.org/drawingml/2006/main">
              <a:ext uri="{FF2B5EF4-FFF2-40B4-BE49-F238E27FC236}">
                <a16:creationId xmlns:a16="http://schemas.microsoft.com/office/drawing/2014/main" id="{C1B4EBF2-B488-4BD5-A8A1-34732A23A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943" y="768096"/>
            <a:ext cx="3108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Skill 工程体系与生态复用</a:t>
            </a:r>
          </a:p>
        </p:txBody>
      </p:sp>
      <p:sp>
        <p:nvSpPr>
          <p:cNvPr id="14" name="Shape 5">
            <a:extLst xmlns:a="http://schemas.openxmlformats.org/drawingml/2006/main">
              <a:ext uri="{FF2B5EF4-FFF2-40B4-BE49-F238E27FC236}">
                <a16:creationId xmlns:a16="http://schemas.microsoft.com/office/drawing/2014/main" id="{3E9516C3-301E-45D8-A413-126758B6D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15" name="Text 6">
            <a:extLst xmlns:a="http://schemas.openxmlformats.org/drawingml/2006/main">
              <a:ext uri="{FF2B5EF4-FFF2-40B4-BE49-F238E27FC236}">
                <a16:creationId xmlns:a16="http://schemas.microsoft.com/office/drawing/2014/main" id="{79569B8C-3E2D-4B01-BE3C-D45F30AFE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25%</a:t>
            </a:r>
          </a:p>
        </p:txBody>
      </p:sp>
    </p:spTree>
    <p:extLst>
      <p:ext uri="{BB962C8B-B14F-4D97-AF65-F5344CB8AC3E}">
        <p14:creationId xmlns:p14="http://schemas.microsoft.com/office/powerpoint/2010/main" val="15938710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C8C039D-ED69-4D2D-95E2-69CB758E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第三章 · Skill 工程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EECFA1D-F198-4793-8DB5-BA5C43D5F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9 个 Skill 覆盖调查、处置与核验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2AF09216-B993-4436-8E47-C795C38A2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CF51C85-36BB-4B16-ADD3-CD81BCC0C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25%</a:t>
            </a: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6485DC7E-1547-4278-A25F-002DC951A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1204595"/>
            <a:ext cx="8013065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每个 Skill 定义输入输出、调用条件、依赖工具、失败处理、安全边界、幂等键、验收标准、复用价值和协作关系。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2f6ff697344eb1">
            <a:extLst>
              <a:ext uri="{96DAC541-7B7A-43D3-8B79-37D633B846F1}">
                <asvg:svgBlip xmlns:asvg="http://schemas.microsoft.com/office/drawing/2016/SVG/main" r:embed="R4829c1e81549454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225165" y="2377440"/>
            <a:ext cx="5741670" cy="32353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3579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68C1755-3F45-48CF-999A-FD42368A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第三章 · MCP 工具集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BF2021E-5AAB-4FC7-952E-FAC1D165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12 个工具提供确定性事实与受控动作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1536B52-3509-4967-9551-520C39F3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186B344-CFAE-4B82-BCB4-98F9387B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2573AA2-8D75-4B9F-8897-13D9746A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信号与部署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D61D531-6706-42B2-8050-64CC1D75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读取异常分布和变更记录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0E08165-4652-40F3-912B-3863B508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为事故分诊提供事实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18EBFDA-707A-40E0-B255-83C80D90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77389A9-4862-43ED-9AF6-88075FF2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FBC7C3E-1D78-44E8-971E-FF44DF8A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假设与重放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723C05D-30A1-47C9-A064-E78AD0B8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生成候选并执行对照实验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A5DE3B7-A7AD-4EA8-8502-B27078A0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返回 PASSED / INCONCLUSIVE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1C94FF7B-296E-42FA-B04F-28E2E089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B4EDAB7-0987-4D7B-9070-D9F1ED35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ACF8799-E110-4271-82ED-3DF77D03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题包审计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5564A5B-C37C-41F2-8D10-C12A456E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检查 Checker、数据与配置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5497122-A0AC-483B-85E6-DF52606B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定位题目侧系统性缺陷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55E51318-5356-4522-83FA-D6D785A7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097433ED-BA3E-44FD-989E-AB21CF05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B3AEF05-7D70-4190-8EE5-D9DFD6D7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影响定界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5BD6919-8D8C-4F17-8362-627A5244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计算候选人和提交集合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26869A2D-899D-419E-A2EE-916DAD7F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冻结范围并生成 SHA-256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EEE92937-518F-4C16-AA30-2FBC4707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F9E7C310-DEDA-469C-8E24-02147C28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C163C99E-5D3C-4232-BDE9-9C060DF7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计划与审批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6C5F5E47-D5F0-4278-AD80-2DD70970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创建版本化重评计划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DD4FC4B-0467-4DC0-8AD9-2E844878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审批结果绑定计划 revision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9B927134-2514-43C4-80D3-0C21DE9C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25154288-3FBB-4375-9633-063D7615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F85BEB9-3392-46EC-BCF3-41EF9E82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执行与验证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0E9BDF85-3811-4542-ADF0-D045D57D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运行批次并生成报告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A1355F35-8459-472E-90D6-7CCE8608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幂等执行与独立一致性核验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D1A442C3-EAA3-4102-9C7A-03DF01B6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07740114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68C1755-3F45-48CF-999A-FD42368A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第三章 · 集成契约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BF2021E-5AAB-4FC7-952E-FAC1D165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Skill 抽象任务，MCP 连接真实系统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1536B52-3509-4967-9551-520C39F3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186B344-CFAE-4B82-BCB4-98F9387B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2573AA2-8D75-4B9F-8897-13D9746A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结构契约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D61D531-6706-42B2-8050-64CC1D75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工具声明参数与返回 Schema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0E08165-4652-40F3-912B-3863B508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Agent 输出可被稳定校验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18EBFDA-707A-40E0-B255-83C80D90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77389A9-4862-43ED-9AF6-88075FF2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FBC7C3E-1D78-44E8-971E-FF44DF8A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调用审计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723C05D-30A1-47C9-A064-E78AD0B8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记录工具、参数和结果摘要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A5DE3B7-A7AD-4EA8-8502-B27078A0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失败重试保留完整事件链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1C94FF7B-296E-42FA-B04F-28E2E089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B4EDAB7-0987-4D7B-9070-D9F1ED35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ACF8799-E110-4271-82ED-3DF77D03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错误处理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5564A5B-C37C-41F2-8D10-C12A456E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超时、重试和转人工明确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5497122-A0AC-483B-85E6-DF52606B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不会静默吞掉工具异常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55E51318-5356-4522-83FA-D6D785A7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097433ED-BA3E-44FD-989E-AB21CF05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B3AEF05-7D70-4190-8EE5-D9DFD6D7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权限边界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5BD6919-8D8C-4F17-8362-627A5244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读操作与写操作分级授权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26869A2D-899D-419E-A2EE-916DAD7F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批量动作受审批和状态约束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EEE92937-518F-4C16-AA30-2FBC4707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F9E7C310-DEDA-469C-8E24-02147C28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C163C99E-5D3C-4232-BDE9-9C060DF7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上下文回写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6C5F5E47-D5F0-4278-AD80-2DD70970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工具结果进入 IncidentContext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DD4FC4B-0467-4DC0-8AD9-2E844878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后续 Agent 共享同一事实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9B927134-2514-43C4-80D3-0C21DE9C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25154288-3FBB-4375-9633-063D7615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F85BEB9-3392-46EC-BCF3-41EF9E82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RAG 扩展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0E9BDF85-3811-4542-ADF0-D045D57D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保留知识检索适配器契约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A1355F35-8459-472E-90D6-7CCE8608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可接 Runbook 与历史事故库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D1A442C3-EAA3-4102-9C7A-03DF01B6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07740114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DB7F5ECE-23E6-468F-B9C5-DA1E6374E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20</a:t>
            </a:r>
          </a:p>
        </p:txBody>
      </p:sp>
      <p:sp>
        <p:nvSpPr>
          <p:cNvPr id="5" name="Text 0">
            <a:extLst xmlns:a="http://schemas.openxmlformats.org/drawingml/2006/main">
              <a:ext uri="{FF2B5EF4-FFF2-40B4-BE49-F238E27FC236}">
                <a16:creationId xmlns:a16="http://schemas.microsoft.com/office/drawing/2014/main" id="{23E897B9-37B3-4909-8C27-55B8B5750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91993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第四章</a:t>
            </a:r>
          </a:p>
        </p:txBody>
      </p:sp>
      <p:sp>
        <p:nvSpPr>
          <p:cNvPr id="6" name="Text 1">
            <a:extLst xmlns:a="http://schemas.openxmlformats.org/drawingml/2006/main">
              <a:ext uri="{FF2B5EF4-FFF2-40B4-BE49-F238E27FC236}">
                <a16:creationId xmlns:a16="http://schemas.microsoft.com/office/drawing/2014/main" id="{4CE4DFAC-D77B-4DDB-BAD0-77B848A66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66313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可行性与落地计划</a:t>
            </a:r>
          </a:p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CCEB3EEE-C80D-4D54-B9B7-034029077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6775" y="457200"/>
            <a:ext cx="44805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EDE4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8" name="Text 3">
            <a:extLst xmlns:a="http://schemas.openxmlformats.org/drawingml/2006/main">
              <a:ext uri="{FF2B5EF4-FFF2-40B4-BE49-F238E27FC236}">
                <a16:creationId xmlns:a16="http://schemas.microsoft.com/office/drawing/2014/main" id="{87AB28E3-F3E4-40C3-8EED-9607BA5E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943" y="548640"/>
            <a:ext cx="31089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对应评分维度</a:t>
            </a:r>
          </a:p>
        </p:txBody>
      </p:sp>
      <p:sp>
        <p:nvSpPr>
          <p:cNvPr id="9" name="Text 4">
            <a:extLst xmlns:a="http://schemas.openxmlformats.org/drawingml/2006/main">
              <a:ext uri="{FF2B5EF4-FFF2-40B4-BE49-F238E27FC236}">
                <a16:creationId xmlns:a16="http://schemas.microsoft.com/office/drawing/2014/main" id="{10F60E69-4BD5-4494-9AF9-A7F8D689D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943" y="768096"/>
            <a:ext cx="3108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工程落地与安全可审计</a:t>
            </a:r>
          </a:p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94E7EE0F-34F2-43C2-A2CD-E98F7E3D9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11" name="Text 6">
            <a:extLst xmlns:a="http://schemas.openxmlformats.org/drawingml/2006/main">
              <a:ext uri="{FF2B5EF4-FFF2-40B4-BE49-F238E27FC236}">
                <a16:creationId xmlns:a16="http://schemas.microsoft.com/office/drawing/2014/main" id="{A5A4C200-1D0C-44A2-B6A0-7F5E8462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20%</a:t>
            </a:r>
          </a:p>
        </p:txBody>
      </p:sp>
    </p:spTree>
    <p:extLst>
      <p:ext uri="{BB962C8B-B14F-4D97-AF65-F5344CB8AC3E}">
        <p14:creationId xmlns:p14="http://schemas.microsoft.com/office/powerpoint/2010/main" val="185832983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68C1755-3F45-48CF-999A-FD42368A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第四章 · 工程可行性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BF2021E-5AAB-4FC7-952E-FAC1D165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核心闭环已有可运行实现和验证依据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1536B52-3509-4967-9551-520C39F3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186B344-CFAE-4B82-BCB4-98F9387B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2573AA2-8D75-4B9F-8897-13D9746A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业务前端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D61D531-6706-42B2-8050-64CC1D75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Vue 3 事故工作台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0E08165-4652-40F3-912B-3863B508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总览、详情、审批与重评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18EBFDA-707A-40E0-B255-83C80D90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77389A9-4862-43ED-9AF6-88075FF2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FBC7C3E-1D78-44E8-971E-FF44DF8A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服务后端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723C05D-30A1-47C9-A064-E78AD0B8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FastAPI + 领域状态机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A5DE3B7-A7AD-4EA8-8502-B27078A0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事故、路由、事件和报告 API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1C94FF7B-296E-42FA-B04F-28E2E089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B4EDAB7-0987-4D7B-9070-D9F1ED35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ACF8799-E110-4271-82ED-3DF77D03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数据台账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5564A5B-C37C-41F2-8D10-C12A456E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SQLite 可审计存储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5497122-A0AC-483B-85E6-DF52606B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保存状态、审批、批次与事件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55E51318-5356-4522-83FA-D6D785A7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097433ED-BA3E-44FD-989E-AB21CF05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B3AEF05-7D70-4190-8EE5-D9DFD6D7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Agent Infra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5BD6919-8D8C-4F17-8362-627A5244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AgentTeams + Skills + MCP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26869A2D-899D-419E-A2EE-916DAD7F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角色、任务和工具契约完整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EEE92937-518F-4C16-AA30-2FBC4707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F9E7C310-DEDA-469C-8E24-02147C28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C163C99E-5D3C-4232-BDE9-9C060DF7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执行验证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6C5F5E47-D5F0-4278-AD80-2DD70970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Java Runner + 固定种子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DD4FC4B-0467-4DC0-8AD9-2E844878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真实 OK/TLE 与三类场景报告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9B927134-2514-43C4-80D3-0C21DE9C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25154288-3FBB-4375-9633-063D7615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F85BEB9-3392-46EC-BCF3-41EF9E82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质量保证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0E9BDF85-3811-4542-ADF0-D045D57D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63 tests + Ruff + Vue build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A1355F35-8459-472E-90D6-7CCE8608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秘密扫描与提交包审计通过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D1A442C3-EAA3-4102-9C7A-03DF01B6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07740114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68C1755-3F45-48CF-999A-FD42368A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第四章 · 落地计划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BF2021E-5AAB-4FC7-952E-FAC1D165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从旁路观察逐步进入生产写路径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1536B52-3509-4967-9551-520C39F3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186B344-CFAE-4B82-BCB4-98F9387B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2573AA2-8D75-4B9F-8897-13D9746A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阶段一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D61D531-6706-42B2-8050-64CC1D75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接入告警、日志与提交数据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0E08165-4652-40F3-912B-3863B508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建立只读适配器和基线指标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18EBFDA-707A-40E0-B255-83C80D90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77389A9-4862-43ED-9AF6-88075FF2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FBC7C3E-1D78-44E8-971E-FF44DF8A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阶段二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723C05D-30A1-47C9-A064-E78AD0B8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旁路生成事故与影响建议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A5DE3B7-A7AD-4EA8-8502-B27078A0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人工确认结果，不写入成绩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1C94FF7B-296E-42FA-B04F-28E2E089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B4EDAB7-0987-4D7B-9070-D9F1ED35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ACF8799-E110-4271-82ED-3DF77D03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阶段三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5564A5B-C37C-41F2-8D10-C12A456E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启用审批和控制组重评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5497122-A0AC-483B-85E6-DF52606B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验证权限、幂等和回滚能力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55E51318-5356-4522-83FA-D6D785A7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097433ED-BA3E-44FD-989E-AB21CF05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B3AEF05-7D70-4190-8EE5-D9DFD6D7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阶段四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5BD6919-8D8C-4F17-8362-627A5244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开放灰度与分批执行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26869A2D-899D-419E-A2EE-916DAD7F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达到阈值后再进入全量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EEE92937-518F-4C16-AA30-2FBC4707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F9E7C310-DEDA-469C-8E24-02147C28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C163C99E-5D3C-4232-BDE9-9C060DF7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阶段五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6C5F5E47-D5F0-4278-AD80-2DD70970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接入监控、工单和 Runbook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DD4FC4B-0467-4DC0-8AD9-2E844878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沉淀事故模板和经验规则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9B927134-2514-43C4-80D3-0C21DE9C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25154288-3FBB-4375-9633-063D7615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F85BEB9-3392-46EC-BCF3-41EF9E82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验收指标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0E9BDF85-3811-4542-ADF0-D045D57D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范围准确、覆盖完整、零越界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A1355F35-8459-472E-90D6-7CCE8608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同时评估耗时、成本与可靠性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D1A442C3-EAA3-4102-9C7A-03DF01B6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07740114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68C1755-3F45-48CF-999A-FD42368A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第四章 · 开放 / 开源计划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BF2021E-5AAB-4FC7-952E-FAC1D165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以可复用契约降低其他 OJ 的接入成本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1536B52-3509-4967-9551-520C39F3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186B344-CFAE-4B82-BCB4-98F9387B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2573AA2-8D75-4B9F-8897-13D9746A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开源许可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D61D531-6706-42B2-8050-64CC1D75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Apache-2.0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0E08165-4652-40F3-912B-3863B508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允许使用、修改和再分发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18EBFDA-707A-40E0-B255-83C80D90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77389A9-4862-43ED-9AF6-88075FF2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FBC7C3E-1D78-44E8-971E-FF44DF8A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开放代码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723C05D-30A1-47C9-A064-E78AD0B8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前后端、Runner 与状态机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A5DE3B7-A7AD-4EA8-8502-B27078A0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提供本地运行和容器配置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1C94FF7B-296E-42FA-B04F-28E2E089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B4EDAB7-0987-4D7B-9070-D9F1ED35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ACF8799-E110-4271-82ED-3DF77D03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开放能力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5564A5B-C37C-41F2-8D10-C12A456E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9 Skills / 12 MCP 工具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5497122-A0AC-483B-85E6-DF52606B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输入输出和安全边界完整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55E51318-5356-4522-83FA-D6D785A7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097433ED-BA3E-44FD-989E-AB21CF05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B3AEF05-7D70-4190-8EE5-D9DFD6D7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扩展接口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5BD6919-8D8C-4F17-8362-627A5244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OJ Adapter / RAG / Playbook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26869A2D-899D-419E-A2EE-916DAD7F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新增系统无需改写核心流程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EEE92937-518F-4C16-AA30-2FBC4707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F9E7C310-DEDA-469C-8E24-02147C28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C163C99E-5D3C-4232-BDE9-9C060DF7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复现资产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6C5F5E47-D5F0-4278-AD80-2DD70970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三类场景、测试与证据报告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DD4FC4B-0467-4DC0-8AD9-2E844878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便于验证迁移后的行为一致性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9B927134-2514-43C4-80D3-0C21DE9C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25154288-3FBB-4375-9633-063D7615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F85BEB9-3392-46EC-BCF3-41EF9E82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演进方向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0E9BDF85-3811-4542-ADF0-D045D57D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补充队列、配置与资源事故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A1355F35-8459-472E-90D6-7CCE8608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持续完善适配器和观测标准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D1A442C3-EAA3-4102-9C7A-03DF01B6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07740114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2026-08-03T08:00:20.1310000Z</dcterms:created>
  <dcterms:modified xsi:type="dcterms:W3CDTF">2026-08-03T08:00:20.1310000Z</dcterms:modified>
</coreProperties>
</file>