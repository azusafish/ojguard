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533bd0f14432f" /><Relationship Type="http://schemas.openxmlformats.org/officeDocument/2006/relationships/extended-properties" Target="/docProps/app.xml" Id="R38c276f023e54f1a" /><Relationship Type="http://schemas.openxmlformats.org/officeDocument/2006/relationships/officeDocument" Target="/ppt/presentation.xml" Id="R9bc012110dbe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78c60dfed04fd2"/>
    <p:sldMasterId xmlns:r="http://schemas.openxmlformats.org/officeDocument/2006/relationships" id="2147483650" r:id="Racf1a814450d4f94"/>
  </p:sldMasterIdLst>
  <p:notesMasterIdLst>
    <p:notesMasterId xmlns:r="http://schemas.openxmlformats.org/officeDocument/2006/relationships" r:id="R00a7248c8db14a49"/>
  </p:notesMasterIdLst>
  <p:sldIdLst>
    <p:sldId xmlns:r="http://schemas.openxmlformats.org/officeDocument/2006/relationships" id="256" r:id="R60879757cb6f4091"/>
    <p:sldId xmlns:r="http://schemas.openxmlformats.org/officeDocument/2006/relationships" id="257" r:id="R9e0e69fdb6b14297"/>
    <p:sldId xmlns:r="http://schemas.openxmlformats.org/officeDocument/2006/relationships" id="258" r:id="R7978e5239b804615"/>
    <p:sldId xmlns:r="http://schemas.openxmlformats.org/officeDocument/2006/relationships" id="259" r:id="R6746788cb5724ced"/>
    <p:sldId xmlns:r="http://schemas.openxmlformats.org/officeDocument/2006/relationships" id="260" r:id="Rce5a1cd213f24fa1"/>
    <p:sldId xmlns:r="http://schemas.openxmlformats.org/officeDocument/2006/relationships" id="261" r:id="Rad6b4c6add0f4372"/>
    <p:sldId xmlns:r="http://schemas.openxmlformats.org/officeDocument/2006/relationships" id="262" r:id="Rab7a52cf2f8b4f7e"/>
    <p:sldId xmlns:r="http://schemas.openxmlformats.org/officeDocument/2006/relationships" id="263" r:id="R5efddbe897be4207"/>
    <p:sldId xmlns:r="http://schemas.openxmlformats.org/officeDocument/2006/relationships" id="264" r:id="R9bf160684859492b"/>
    <p:sldId xmlns:r="http://schemas.openxmlformats.org/officeDocument/2006/relationships" id="265" r:id="R702db3c6bd624abd"/>
    <p:sldId xmlns:r="http://schemas.openxmlformats.org/officeDocument/2006/relationships" id="266" r:id="R76fd02ed842a48b3"/>
    <p:sldId xmlns:r="http://schemas.openxmlformats.org/officeDocument/2006/relationships" id="267" r:id="R798ddc8d17c44f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aae750c844e88" /><Relationship Type="http://schemas.openxmlformats.org/officeDocument/2006/relationships/slideMaster" Target="/ppt/slideMasters/slideMaster1.xml" Id="Raa78c60dfed04fd2" /><Relationship Type="http://schemas.openxmlformats.org/officeDocument/2006/relationships/slideMaster" Target="/ppt/slideMasters/slideMaster2.xml" Id="Racf1a814450d4f94" /><Relationship Type="http://schemas.openxmlformats.org/officeDocument/2006/relationships/notesMaster" Target="/ppt/notesMasters/notesMaster1.xml" Id="R00a7248c8db14a49" /><Relationship Type="http://schemas.openxmlformats.org/officeDocument/2006/relationships/presProps" Target="/ppt/presProps.xml" Id="R7133e2a050f34cf9" /><Relationship Type="http://schemas.openxmlformats.org/officeDocument/2006/relationships/viewProps" Target="/ppt/viewProps.xml" Id="Rd7573dc81eac427b" /><Relationship Type="http://schemas.openxmlformats.org/officeDocument/2006/relationships/tableStyles" Target="/ppt/tableStyles.xml" Id="Rc198b5f0844f4972" /><Relationship Type="http://schemas.openxmlformats.org/officeDocument/2006/relationships/slide" Target="/ppt/slides/slide1.xml" Id="R60879757cb6f4091" /><Relationship Type="http://schemas.openxmlformats.org/officeDocument/2006/relationships/slide" Target="/ppt/slides/slide2.xml" Id="R9e0e69fdb6b14297" /><Relationship Type="http://schemas.openxmlformats.org/officeDocument/2006/relationships/slide" Target="/ppt/slides/slide3.xml" Id="R7978e5239b804615" /><Relationship Type="http://schemas.openxmlformats.org/officeDocument/2006/relationships/slide" Target="/ppt/slides/slide4.xml" Id="R6746788cb5724ced" /><Relationship Type="http://schemas.openxmlformats.org/officeDocument/2006/relationships/slide" Target="/ppt/slides/slide5.xml" Id="Rce5a1cd213f24fa1" /><Relationship Type="http://schemas.openxmlformats.org/officeDocument/2006/relationships/slide" Target="/ppt/slides/slide6.xml" Id="Rad6b4c6add0f4372" /><Relationship Type="http://schemas.openxmlformats.org/officeDocument/2006/relationships/slide" Target="/ppt/slides/slide7.xml" Id="Rab7a52cf2f8b4f7e" /><Relationship Type="http://schemas.openxmlformats.org/officeDocument/2006/relationships/slide" Target="/ppt/slides/slide8.xml" Id="R5efddbe897be4207" /><Relationship Type="http://schemas.openxmlformats.org/officeDocument/2006/relationships/slide" Target="/ppt/slides/slide9.xml" Id="R9bf160684859492b" /><Relationship Type="http://schemas.openxmlformats.org/officeDocument/2006/relationships/slide" Target="/ppt/slides/slide10.xml" Id="R702db3c6bd624abd" /><Relationship Type="http://schemas.openxmlformats.org/officeDocument/2006/relationships/slide" Target="/ppt/slides/slide11.xml" Id="R76fd02ed842a48b3" /><Relationship Type="http://schemas.openxmlformats.org/officeDocument/2006/relationships/slide" Target="/ppt/slides/slide12.xml" Id="R798ddc8d17c4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0ceca3ec2674e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cd6ea7e332419d" /><Relationship Type="http://schemas.openxmlformats.org/officeDocument/2006/relationships/notesMaster" Target="/ppt/notesMasters/notesMaster1.xml" Id="R04d5cca4bd4a46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f36780e294f88" /><Relationship Type="http://schemas.openxmlformats.org/officeDocument/2006/relationships/notesMaster" Target="/ppt/notesMasters/notesMaster1.xml" Id="R1d492906a6704d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d6e26bdb74798" /><Relationship Type="http://schemas.openxmlformats.org/officeDocument/2006/relationships/notesMaster" Target="/ppt/notesMasters/notesMaster1.xml" Id="Rc79e69b9489149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a0b050ad7046e4" /><Relationship Type="http://schemas.openxmlformats.org/officeDocument/2006/relationships/notesMaster" Target="/ppt/notesMasters/notesMaster1.xml" Id="R899081340e5a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6e516f2d9487c" /><Relationship Type="http://schemas.openxmlformats.org/officeDocument/2006/relationships/notesMaster" Target="/ppt/notesMasters/notesMaster1.xml" Id="R710f8a44af4b4b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de146342a1481e" /><Relationship Type="http://schemas.openxmlformats.org/officeDocument/2006/relationships/notesMaster" Target="/ppt/notesMasters/notesMaster1.xml" Id="R9f93e15da046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973dc5efe485a" /><Relationship Type="http://schemas.openxmlformats.org/officeDocument/2006/relationships/notesMaster" Target="/ppt/notesMasters/notesMaster1.xml" Id="R7342a1af10bb43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a6b4104cce40a2" /><Relationship Type="http://schemas.openxmlformats.org/officeDocument/2006/relationships/notesMaster" Target="/ppt/notesMasters/notesMaster1.xml" Id="R043d2f824daa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bc734b533546cc" /><Relationship Type="http://schemas.openxmlformats.org/officeDocument/2006/relationships/notesMaster" Target="/ppt/notesMasters/notesMaster1.xml" Id="Rebb540f80dac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55fb6b221427f" /><Relationship Type="http://schemas.openxmlformats.org/officeDocument/2006/relationships/notesMaster" Target="/ppt/notesMasters/notesMaster1.xml" Id="Rd1dafb6ab6ea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b5583482b542c5" /><Relationship Type="http://schemas.openxmlformats.org/officeDocument/2006/relationships/notesMaster" Target="/ppt/notesMasters/notesMaster1.xml" Id="Rb3cac9f18b7d49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0e65b16d6c46eb" /><Relationship Type="http://schemas.openxmlformats.org/officeDocument/2006/relationships/notesMaster" Target="/ppt/notesMasters/notesMaster1.xml" Id="R27fcfff2a57a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output/evidence/incidents/runtime-regression-report.json</a:t>
            </a:r>
          </a:p>
          <a:p xmlns:a="http://schemas.openxmlformats.org/drawingml/2006/main">
            <a:r>
              <a:t>OJGuard output/evidence/java-runtime-comparison.json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output/evidence/incidents/scenario-summary.json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backend/app/domain/incidents.py</a:t>
            </a:r>
          </a:p>
          <a:p xmlns:a="http://schemas.openxmlformats.org/drawingml/2006/main">
            <a:r>
              <a:t>OJGuard backend/app/services/agent_routing.py</a:t>
            </a:r>
          </a:p>
          <a:p xmlns:a="http://schemas.openxmlformats.org/drawingml/2006/main">
            <a:r>
              <a:t>OJGuard backend/app/services/incident_workflow.py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agentteams/ojguard-team.yaml</a:t>
            </a:r>
          </a:p>
          <a:p xmlns:a="http://schemas.openxmlformats.org/drawingml/2006/main">
            <a:r>
              <a:t>OJGuard materials/Agent_Identity_清单.md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skills/</a:t>
            </a:r>
          </a:p>
          <a:p xmlns:a="http://schemas.openxmlformats.org/drawingml/2006/main">
            <a:r>
              <a:t>OJGuard mcp_server/tools.py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materials/上下文与可观测性说明.md</a:t>
            </a:r>
          </a:p>
          <a:p xmlns:a="http://schemas.openxmlformats.org/drawingml/2006/main">
            <a:r>
              <a:t>OJGuard backend/app/api/agent_runs.py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materials/提交前检查清单.md</a:t>
            </a:r>
          </a:p>
          <a:p xmlns:a="http://schemas.openxmlformats.org/drawingml/2006/main">
            <a:r>
              <a:t>OJGuard 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materials/evidence/AgentTeams_真实运行证据.md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</a:t>
            </a:r>
          </a:p>
          <a:p xmlns:a="http://schemas.openxmlformats.org/drawingml/2006/main">
            <a:r>
              <a:t>OJGuard output/evidence/incidents/</a:t>
            </a:r>
          </a:p>
          <a:p xmlns:a="http://schemas.openxmlformats.org/drawingml/2006/main">
            <a:r>
              <a:t>OJGuard scripts/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11b28dd3c4d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44c7e9bc514d7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6581e5ff24415" /><Relationship Type="http://schemas.openxmlformats.org/officeDocument/2006/relationships/slideLayout" Target="/ppt/slideLayouts/slideLayout1.xml" Id="Rd2489d8ac95449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39624b8137b4b06" /><Relationship Type="http://schemas.openxmlformats.org/officeDocument/2006/relationships/slideLayout" Target="/ppt/slideLayouts/slideLayout2.xml" Id="R320745af3a974d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89d8ac95449a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20745af3a974d6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843142a04436e" /><Relationship Type="http://schemas.openxmlformats.org/officeDocument/2006/relationships/notesSlide" Target="/ppt/notesSlides/notesSlide1.xml" Id="Red9c1779c5ea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74de2608f4225" /><Relationship Type="http://schemas.openxmlformats.org/officeDocument/2006/relationships/notesSlide" Target="/ppt/notesSlides/notesSlide2.xml" Id="R7ca9da3263cd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53361eef4414c" /><Relationship Type="http://schemas.openxmlformats.org/officeDocument/2006/relationships/image" Target="/ppt/media/image.jpeg" Id="R9ce7515722364325" /><Relationship Type="http://schemas.openxmlformats.org/officeDocument/2006/relationships/image" Target="/ppt/media/image.svg" Id="R1bf760aa86c64c19" /><Relationship Type="http://schemas.openxmlformats.org/officeDocument/2006/relationships/image" Target="/ppt/media/image2.jpeg" Id="R33f12140b12e49d7" /><Relationship Type="http://schemas.openxmlformats.org/officeDocument/2006/relationships/image" Target="/ppt/media/image2.svg" Id="R2581cc71573a469f" /><Relationship Type="http://schemas.openxmlformats.org/officeDocument/2006/relationships/notesSlide" Target="/ppt/notesSlides/notesSlide3.xml" Id="Ra727d4e5323f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d0b7afb834a52" /><Relationship Type="http://schemas.openxmlformats.org/officeDocument/2006/relationships/image" Target="/ppt/media/image.jpeg" Id="R25cdc95afeaa4dae" /><Relationship Type="http://schemas.openxmlformats.org/officeDocument/2006/relationships/image" Target="/ppt/media/image.svg" Id="R820be48609fe4a5b" /><Relationship Type="http://schemas.openxmlformats.org/officeDocument/2006/relationships/image" Target="/ppt/media/image2.jpeg" Id="Rc47425be55574f52" /><Relationship Type="http://schemas.openxmlformats.org/officeDocument/2006/relationships/image" Target="/ppt/media/image2.svg" Id="R0a43b3ad2c634857" /><Relationship Type="http://schemas.openxmlformats.org/officeDocument/2006/relationships/notesSlide" Target="/ppt/notesSlides/notesSlide4.xml" Id="R4b9258fa4db7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3932df5ac433b" /><Relationship Type="http://schemas.openxmlformats.org/officeDocument/2006/relationships/image" Target="/ppt/media/image3.jpeg" Id="Re9c0fdf5137f41e3" /><Relationship Type="http://schemas.openxmlformats.org/officeDocument/2006/relationships/image" Target="/ppt/media/image3.svg" Id="Rb65a5d850c58440d" /><Relationship Type="http://schemas.openxmlformats.org/officeDocument/2006/relationships/notesSlide" Target="/ppt/notesSlides/notesSlide5.xml" Id="R42cab1ce9a9c48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fbe4d140d40ab" /><Relationship Type="http://schemas.openxmlformats.org/officeDocument/2006/relationships/image" Target="/ppt/media/image4.jpeg" Id="R800433a15801431e" /><Relationship Type="http://schemas.openxmlformats.org/officeDocument/2006/relationships/image" Target="/ppt/media/image4.svg" Id="Re439d49cda70490a" /><Relationship Type="http://schemas.openxmlformats.org/officeDocument/2006/relationships/image" Target="/ppt/media/image.png" Id="R2cd6cca41d5d47fc" /><Relationship Type="http://schemas.openxmlformats.org/officeDocument/2006/relationships/image" Target="/ppt/media/image5.svg" Id="R3e0d9c68852448a2" /><Relationship Type="http://schemas.openxmlformats.org/officeDocument/2006/relationships/notesSlide" Target="/ppt/notesSlides/notesSlide6.xml" Id="R486509ad0d1a4c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0493ae1d42c2" /><Relationship Type="http://schemas.openxmlformats.org/officeDocument/2006/relationships/notesSlide" Target="/ppt/notesSlides/notesSlide7.xml" Id="R7b30ffbd265240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d801603ce483f" /><Relationship Type="http://schemas.openxmlformats.org/officeDocument/2006/relationships/notesSlide" Target="/ppt/notesSlides/notesSlide8.xml" Id="R0307fcd35023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3340f07b7448e" /><Relationship Type="http://schemas.openxmlformats.org/officeDocument/2006/relationships/notesSlide" Target="/ppt/notesSlides/notesSlide9.xml" Id="R56ec9c70803e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abbc204714797" /><Relationship Type="http://schemas.openxmlformats.org/officeDocument/2006/relationships/notesSlide" Target="/ppt/notesSlides/notesSlide10.xml" Id="R1326372b7b164b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2deb10334366" /><Relationship Type="http://schemas.openxmlformats.org/officeDocument/2006/relationships/notesSlide" Target="/ppt/notesSlides/notesSlide11.xml" Id="Rc246d880c48749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90ca255a41d4" /><Relationship Type="http://schemas.openxmlformats.org/officeDocument/2006/relationships/notesSlide" Target="/ppt/notesSlides/notesSlide12.xml" Id="R82342948feeb43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 |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AgentTeams 驱动调查、处置与验证；确定性工具守住事实和执行边界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30 秒项目概览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核心不是“会分析”，而是让 AgentTeams 驱动可信处置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高风险场景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批量误判影响成绩与晋级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必须精确定界并可回溯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协同控制面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Manager + 6 Worker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职责、上下文和权限分离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动态决策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多候选实验按证据补选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INCONCLUSIVE 不强行推进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受控执行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技术 / 业务 / 关闭三道门禁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灰度失败立即暂停与重规划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能力底座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×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任务抽象与系统接入分层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66 tests + 三类事故场景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真实协作与确定性恢复分级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场景与价值 · 运行时回归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一次环境回归，可能改写数百人的成绩与晋级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125"/>
            </a:pPr>
            <a:r>
              <a:rPr sz="1125">
                <a:latin typeface="微软雅黑"/>
                <a:ea typeface="微软雅黑"/>
                <a:cs typeface="微软雅黑"/>
              </a:rPr>
              <a:t>错误率 8.3% → 41.4%，影响 703 名候选人、742 条提交和 72 个晋级结果；OJGuard 将异常转为可复核根因、冻结范围、受控批次和关闭证据。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/>
            </a:pPr>
            <a:r>
              <a:rPr sz="975"/>
              <a:t>固定种子 20260802 · Java Runner：正常 3/3 OK，退化 3/3 TLE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7515722364325">
            <a:extLst>
              <a:ext uri="{96DAC541-7B7A-43D3-8B79-37D633B846F1}">
                <asvg:svgBlip xmlns:asvg="http://schemas.microsoft.com/office/drawing/2016/SVG/main" r:embed="R1bf760aa86c64c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12140b12e49d7">
            <a:extLst>
              <a:ext uri="{96DAC541-7B7A-43D3-8B79-37D633B846F1}">
                <asvg:svgBlip xmlns:asvg="http://schemas.microsoft.com/office/drawing/2016/SVG/main" r:embed="R2581cc71573a46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DE341-B49E-4769-BE9A-B2DDD6A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4962525"/>
            <a:ext cx="5486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3D320-44DF-4F92-A681-8EB0145D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8157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7203F"/>
                </a:solidFill>
              </a:defRPr>
            </a:pPr>
            <a:r>
              <a:rPr sz="638" b="1">
                <a:solidFill>
                  <a:srgbClr val="17203F"/>
                </a:solidFill>
              </a:rPr>
              <a:t>TRIAGING → INVESTIGATING → IMPACT_ASSESSING → REMEDIATION_PLANNING</a:t>
            </a:r>
          </a:p>
          <a:p xmlns:a="http://schemas.openxmlformats.org/drawingml/2006/main">
            <a:pPr algn="ctr">
              <a:defRPr sz="638" b="1">
                <a:solidFill>
                  <a:srgbClr val="17203F"/>
                </a:solidFill>
              </a:defRPr>
            </a:pPr>
            <a:r>
              <a:rPr sz="638" b="1">
                <a:solidFill>
                  <a:srgbClr val="17203F"/>
                </a:solidFill>
              </a:rPr>
              <a:t>APPROVAL_PENDING → EXECUTING → REJUDGING → VERIFYING → RESOLVED</a:t>
            </a:r>
          </a:p>
        </p:txBody>
      </p:sp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场景泛化 · 三类事故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同一 AgentTeams 闭环覆盖三类 OJ 故障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050"/>
            </a:pPr>
            <a:r>
              <a:rPr sz="1050">
                <a:latin typeface="微软雅黑"/>
                <a:ea typeface="微软雅黑"/>
                <a:cs typeface="微软雅黑"/>
              </a:rPr>
              <a:t>运行时回归 703 人 / 742 条 / 72 个晋级变化；节点退化 118 人 / 119 条 / 14 个变化；Checker 缺陷 71 人 / 73 条 / 8 个变化。三类场景均完成 100% 覆盖核验。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/>
            </a:pPr>
            <a:r>
              <a:rPr sz="975"/>
              <a:t>复用状态机、证据契约和重评引擎；新增场景只扩展 Playbook 与 Adapter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dc95afeaa4dae">
            <a:extLst>
              <a:ext uri="{96DAC541-7B7A-43D3-8B79-37D633B846F1}">
                <asvg:svgBlip xmlns:asvg="http://schemas.microsoft.com/office/drawing/2016/SVG/main" r:embed="R820be48609fe4a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425be55574f52">
            <a:extLst>
              <a:ext uri="{96DAC541-7B7A-43D3-8B79-37D633B846F1}">
                <asvg:svgBlip xmlns:asvg="http://schemas.microsoft.com/office/drawing/2016/SVG/main" r:embed="R0a43b3ad2c6348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FE3C1-E246-4D9D-994B-2DDEA565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4962525"/>
            <a:ext cx="5486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8816A-41D0-44CA-B6B1-7C47C26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8157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7203F"/>
                </a:solidFill>
              </a:defRPr>
            </a:pPr>
            <a:r>
              <a:rPr sz="638" b="1">
                <a:solidFill>
                  <a:srgbClr val="17203F"/>
                </a:solidFill>
              </a:rPr>
              <a:t>TRIAGING → INVESTIGATING → IMPACT_ASSESSING → REMEDIATION_PLANNING</a:t>
            </a:r>
          </a:p>
          <a:p xmlns:a="http://schemas.openxmlformats.org/drawingml/2006/main">
            <a:pPr algn="ctr">
              <a:defRPr sz="638" b="1">
                <a:solidFill>
                  <a:srgbClr val="17203F"/>
                </a:solidFill>
              </a:defRPr>
            </a:pPr>
            <a:r>
              <a:rPr sz="638" b="1">
                <a:solidFill>
                  <a:srgbClr val="17203F"/>
                </a:solidFill>
              </a:rPr>
              <a:t>APPROVAL_PENDING → EXECUTING → REJUDGING → VERIFYING → RESOLVED</a:t>
            </a:r>
          </a:p>
        </p:txBody>
      </p:sp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方案设计 · 总体架构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决策，状态机约束执行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975"/>
            </a:pPr>
            <a:r>
              <a:rPr sz="975">
                <a:latin typeface="微软雅黑"/>
                <a:ea typeface="微软雅黑"/>
                <a:cs typeface="微软雅黑"/>
              </a:rPr>
              <a:t>Incident Manager 读取 IncidentContext 并选择 RouteOption；Worker 调用 Skill / MCP。主链：TRIAGING → INVESTIGATING → IMPACT_ASSESSING → REMEDIATION_PLANNING → APPROVAL_PENDING → EXECUTING → REJUDGING → VERIFYING → RESOLVED；异常进入 PAUSED 或 HUMAN_REVIEW_REQUIRED。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0fdf5137f41e3">
            <a:extLst>
              <a:ext uri="{96DAC541-7B7A-43D3-8B79-37D633B846F1}">
                <asvg:svgBlip xmlns:asvg="http://schemas.microsoft.com/office/drawing/2016/SVG/main" r:embed="Rb65a5d850c5844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方案设计 · Agent 分工与协作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 Manager + 6 Worker：职责制衡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1050"/>
            </a:pPr>
            <a:r>
              <a:rPr sz="1050">
                <a:latin typeface="微软雅黑"/>
                <a:ea typeface="微软雅黑"/>
                <a:cs typeface="微软雅黑"/>
              </a:rPr>
              <a:t>Manager 决定“下一步调用谁”；Signal、Root Cause、Impact、Planner、Executor、Verifier 分别交付可校验产物。IncidentContext、Evidence ID、范围哈希和 AgentRun/Event 在角色间传递，避免一个 Agent 同时提出结论、执行写操作并自我验收。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433a15801431e">
            <a:extLst>
              <a:ext uri="{96DAC541-7B7A-43D3-8B79-37D633B846F1}">
                <asvg:svgBlip xmlns:asvg="http://schemas.microsoft.com/office/drawing/2016/SVG/main" r:embed="Re439d49cda7049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6cca41d5d47fc">
            <a:extLst>
              <a:ext uri="{96DAC541-7B7A-43D3-8B79-37D633B846F1}">
                <asvg:svgBlip xmlns:asvg="http://schemas.microsoft.com/office/drawing/2016/SVG/main" r:embed="R3e0d9c68852448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方案设计 · 动态协同与异常分支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下一步由 AgentTeams 决定，失败由确定性策略接管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合法路由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状态生成 RouteOption 集合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Manager 只能在合法动作中选择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竞争假设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多条可证伪根因并行存在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选择信息增益更高的实验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证据不足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INCONCLUSIVE 保持调查态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从剩余候选补选而非硬判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灰度失败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PAUSED 并阻断全量批次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保存失败证据并执行回滚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恢复计划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revision 2 supersedes rev1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撤销旧审批，重新灰度验证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人工门禁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技术 / 业务 / 关闭审批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 无批准接口，不能自批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Skill 与工具集成 · 9 Skills × 12 MCP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定义可复用任务，MCP 连接确定性事实与受控动作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信号分诊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normalize / correlate Skills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信号、提交与部署读取工具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根因实验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hypothesis / replay Skills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候选假设与对照重放工具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题包审计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package-audit Skill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Checker、数据与配置审计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影响定界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impact-scope Skill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候选人 / 提交集合 + SHA-256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计划审批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remediation-plan Skill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版本计划与审批状态查询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执行核验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execute / verify / report Skills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幂等批次、独立核验与报告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上下文、可观测性与安全边界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每次决策、工具调用和状态推进都有可查询依据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共享上下文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IncidentContext 保存业务状态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范围、计划、审批和 Evidence ID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协同轨迹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AgentRun / Event 顺序留痕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路由、Worker、工具和理由可查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实时观测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快照 API + 增量事件 + SSE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支持恢复、审计和前端消费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异常处理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超时、重试、冲突和转人工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失败不会被静默吞掉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安全控制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读写分级 + 幂等 + 范围哈希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批量动作受审批和状态约束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RAG 扩展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保留知识检索适配器契约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可接 Runbook，不虚构已实现能力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可行性、落地与开放计划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已有可运行闭环；66 项测试、Ruff、Vue build 与提交包审计通过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前端工作台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Vue 3：总览、详情与审批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只展示用户需要的业务入口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服务与台账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FastAPI + SQLite 状态机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事故、路由、批次与事件 API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Infra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AgentTeams + Skills + MCP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核心协同链已真实运行验收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旁路接入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先读告警、日志和提交数据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只生成建议，不写正式成绩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受控写入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控制组 → 灰度 → 分批全量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阈值、回滚和三道人工门禁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开放复用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Apache-2.0 + OJ Adapter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开放代码、契约、场景与证据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工程证据 · 真实 AgentTeams 验收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DeepSeek 与 6 个 Worker 从 TRIAGING 动态推进到 RESOLVED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非事后复核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live_dynamic_routing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posthoc_review = false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完整团队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Leader + 6 Worker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六个专业角色均留下独立响应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动态决策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 次 ROUTE_DECISION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每轮重读状态并核对预期结果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有界调用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 条模型响应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11 路由 + 8 Worker + 1 报告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人工门禁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技术 / 业务 / 关闭共 3 次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单人以不同角色上下文验收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独立核验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覆盖 100%，重复 / 遗漏 / 越界 = 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最终状态 RESOLVED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Evidence Index · 主张—指标—文件—复现命令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关键结论均可从仓库文件定位，并用对应脚本重复验证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核心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 路由 · 8 Worker · 20 响应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agentteams-demo-result.json · export_agentteams_evidence.ps1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异常恢复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INCONCLUSIVE 补选 · PAUSED → rev2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deterministic-recovery-evidence.json · generate_orchestration_recovery_evidence.py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三类场景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703/742 · 118/119 · 71/73；均 100%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scenario-summary.json · generate_incident_evidence.py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Java 对照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正常 3/3 OK · 退化 3/3 TLE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java-runtime-comparison.json · run_java_regression_experiment.py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质量门禁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66 tests · Ruff · Vue build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python -m unittest discover -s tests -v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提交包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975"/>
            </a:pPr>
            <a:r>
              <a:rPr sz="975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必需文件 / UTF-8 名称 / 链接 / 秘密扫描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build_submission_package.ps1 · verify_submission_package.py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2026-08-03T11:03:16.5760000Z</dcterms:created>
  <dcterms:modified xsi:type="dcterms:W3CDTF">2026-08-03T11:03:16.5760000Z</dcterms:modified>
</coreProperties>
</file>