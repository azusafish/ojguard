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5ee5d710e741b9" /><Relationship Type="http://schemas.openxmlformats.org/officeDocument/2006/relationships/extended-properties" Target="/docProps/app.xml" Id="R96dc5fd19eaa450a" /><Relationship Type="http://schemas.openxmlformats.org/officeDocument/2006/relationships/officeDocument" Target="/ppt/presentation.xml" Id="R8bde8866f9d645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b976ac5fcd4096"/>
    <p:sldMasterId xmlns:r="http://schemas.openxmlformats.org/officeDocument/2006/relationships" id="2147483650" r:id="R5da8875021794f22"/>
  </p:sldMasterIdLst>
  <p:notesMasterIdLst>
    <p:notesMasterId xmlns:r="http://schemas.openxmlformats.org/officeDocument/2006/relationships" r:id="Rd0cebaeac5c849c2"/>
  </p:notesMasterIdLst>
  <p:sldIdLst>
    <p:sldId xmlns:r="http://schemas.openxmlformats.org/officeDocument/2006/relationships" id="256" r:id="Rcd5df6c9385e4042"/>
    <p:sldId xmlns:r="http://schemas.openxmlformats.org/officeDocument/2006/relationships" id="257" r:id="Rf7fbd82b5dfc4d8b"/>
    <p:sldId xmlns:r="http://schemas.openxmlformats.org/officeDocument/2006/relationships" id="258" r:id="Rf417aee008704ee9"/>
    <p:sldId xmlns:r="http://schemas.openxmlformats.org/officeDocument/2006/relationships" id="259" r:id="Rdedc6434e7ec436c"/>
    <p:sldId xmlns:r="http://schemas.openxmlformats.org/officeDocument/2006/relationships" id="260" r:id="Re058b92d3832455b"/>
    <p:sldId xmlns:r="http://schemas.openxmlformats.org/officeDocument/2006/relationships" id="261" r:id="R2bd0f1075ed24a71"/>
    <p:sldId xmlns:r="http://schemas.openxmlformats.org/officeDocument/2006/relationships" id="262" r:id="Ra07fab0496a04002"/>
    <p:sldId xmlns:r="http://schemas.openxmlformats.org/officeDocument/2006/relationships" id="263" r:id="Rf355ce56191c4045"/>
    <p:sldId xmlns:r="http://schemas.openxmlformats.org/officeDocument/2006/relationships" id="264" r:id="Rec30a414cf07494c"/>
    <p:sldId xmlns:r="http://schemas.openxmlformats.org/officeDocument/2006/relationships" id="265" r:id="R4accc37cf0d242b2"/>
    <p:sldId xmlns:r="http://schemas.openxmlformats.org/officeDocument/2006/relationships" id="266" r:id="Re12c5d823de5406c"/>
    <p:sldId xmlns:r="http://schemas.openxmlformats.org/officeDocument/2006/relationships" id="267" r:id="R378c285e6cf14091"/>
    <p:sldId xmlns:r="http://schemas.openxmlformats.org/officeDocument/2006/relationships" id="268" r:id="R2d18a1a9ef4f4d3d"/>
    <p:sldId xmlns:r="http://schemas.openxmlformats.org/officeDocument/2006/relationships" id="269" r:id="Rd8511edbd7214664"/>
    <p:sldId xmlns:r="http://schemas.openxmlformats.org/officeDocument/2006/relationships" id="270" r:id="R15ae656275194f56"/>
    <p:sldId xmlns:r="http://schemas.openxmlformats.org/officeDocument/2006/relationships" id="271" r:id="R7f6421fd703b426e"/>
    <p:sldId xmlns:r="http://schemas.openxmlformats.org/officeDocument/2006/relationships" id="272" r:id="R697a62a2804441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1ace82aa8445ec" /><Relationship Type="http://schemas.openxmlformats.org/officeDocument/2006/relationships/slideMaster" Target="/ppt/slideMasters/slideMaster1.xml" Id="Rddb976ac5fcd4096" /><Relationship Type="http://schemas.openxmlformats.org/officeDocument/2006/relationships/slideMaster" Target="/ppt/slideMasters/slideMaster2.xml" Id="R5da8875021794f22" /><Relationship Type="http://schemas.openxmlformats.org/officeDocument/2006/relationships/notesMaster" Target="/ppt/notesMasters/notesMaster1.xml" Id="Rd0cebaeac5c849c2" /><Relationship Type="http://schemas.openxmlformats.org/officeDocument/2006/relationships/presProps" Target="/ppt/presProps.xml" Id="Rfbe880f6a7354488" /><Relationship Type="http://schemas.openxmlformats.org/officeDocument/2006/relationships/viewProps" Target="/ppt/viewProps.xml" Id="R46cb28d2fe744d57" /><Relationship Type="http://schemas.openxmlformats.org/officeDocument/2006/relationships/tableStyles" Target="/ppt/tableStyles.xml" Id="R9258c4f37f84458a" /><Relationship Type="http://schemas.openxmlformats.org/officeDocument/2006/relationships/slide" Target="/ppt/slides/slide1.xml" Id="Rcd5df6c9385e4042" /><Relationship Type="http://schemas.openxmlformats.org/officeDocument/2006/relationships/slide" Target="/ppt/slides/slide2.xml" Id="Rf7fbd82b5dfc4d8b" /><Relationship Type="http://schemas.openxmlformats.org/officeDocument/2006/relationships/slide" Target="/ppt/slides/slide3.xml" Id="Rf417aee008704ee9" /><Relationship Type="http://schemas.openxmlformats.org/officeDocument/2006/relationships/slide" Target="/ppt/slides/slide4.xml" Id="Rdedc6434e7ec436c" /><Relationship Type="http://schemas.openxmlformats.org/officeDocument/2006/relationships/slide" Target="/ppt/slides/slide5.xml" Id="Re058b92d3832455b" /><Relationship Type="http://schemas.openxmlformats.org/officeDocument/2006/relationships/slide" Target="/ppt/slides/slide6.xml" Id="R2bd0f1075ed24a71" /><Relationship Type="http://schemas.openxmlformats.org/officeDocument/2006/relationships/slide" Target="/ppt/slides/slide7.xml" Id="Ra07fab0496a04002" /><Relationship Type="http://schemas.openxmlformats.org/officeDocument/2006/relationships/slide" Target="/ppt/slides/slide8.xml" Id="Rf355ce56191c4045" /><Relationship Type="http://schemas.openxmlformats.org/officeDocument/2006/relationships/slide" Target="/ppt/slides/slide9.xml" Id="Rec30a414cf07494c" /><Relationship Type="http://schemas.openxmlformats.org/officeDocument/2006/relationships/slide" Target="/ppt/slides/slide10.xml" Id="R4accc37cf0d242b2" /><Relationship Type="http://schemas.openxmlformats.org/officeDocument/2006/relationships/slide" Target="/ppt/slides/slide11.xml" Id="Re12c5d823de5406c" /><Relationship Type="http://schemas.openxmlformats.org/officeDocument/2006/relationships/slide" Target="/ppt/slides/slide12.xml" Id="R378c285e6cf14091" /><Relationship Type="http://schemas.openxmlformats.org/officeDocument/2006/relationships/slide" Target="/ppt/slides/slide13.xml" Id="R2d18a1a9ef4f4d3d" /><Relationship Type="http://schemas.openxmlformats.org/officeDocument/2006/relationships/slide" Target="/ppt/slides/slide14.xml" Id="Rd8511edbd7214664" /><Relationship Type="http://schemas.openxmlformats.org/officeDocument/2006/relationships/slide" Target="/ppt/slides/slide15.xml" Id="R15ae656275194f56" /><Relationship Type="http://schemas.openxmlformats.org/officeDocument/2006/relationships/slide" Target="/ppt/slides/slide16.xml" Id="R7f6421fd703b426e" /><Relationship Type="http://schemas.openxmlformats.org/officeDocument/2006/relationships/slide" Target="/ppt/slides/slide17.xml" Id="R697a62a2804441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6df7327401547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31e77cc2964e18" /><Relationship Type="http://schemas.openxmlformats.org/officeDocument/2006/relationships/notesMaster" Target="/ppt/notesMasters/notesMaster1.xml" Id="Ra04817b6a75e49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fbd9156ab04ed4" /><Relationship Type="http://schemas.openxmlformats.org/officeDocument/2006/relationships/notesMaster" Target="/ppt/notesMasters/notesMaster1.xml" Id="R95a9a7467ab44f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48d37dc97c488a" /><Relationship Type="http://schemas.openxmlformats.org/officeDocument/2006/relationships/notesMaster" Target="/ppt/notesMasters/notesMaster1.xml" Id="Rde64e60e2ba142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c49a43c77842fd" /><Relationship Type="http://schemas.openxmlformats.org/officeDocument/2006/relationships/notesMaster" Target="/ppt/notesMasters/notesMaster1.xml" Id="R371ca0e7e04c4e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2e9fe959ce43f6" /><Relationship Type="http://schemas.openxmlformats.org/officeDocument/2006/relationships/notesMaster" Target="/ppt/notesMasters/notesMaster1.xml" Id="R058f51df5d094f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b0082d4e3f48ca" /><Relationship Type="http://schemas.openxmlformats.org/officeDocument/2006/relationships/notesMaster" Target="/ppt/notesMasters/notesMaster1.xml" Id="R016e542cef8a45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cad64dad254383" /><Relationship Type="http://schemas.openxmlformats.org/officeDocument/2006/relationships/notesMaster" Target="/ppt/notesMasters/notesMaster1.xml" Id="R8e58997e047d4c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9aae1a21d34044" /><Relationship Type="http://schemas.openxmlformats.org/officeDocument/2006/relationships/notesMaster" Target="/ppt/notesMasters/notesMaster1.xml" Id="Rec71ed09c6b448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ba487eeda344d1" /><Relationship Type="http://schemas.openxmlformats.org/officeDocument/2006/relationships/notesMaster" Target="/ppt/notesMasters/notesMaster1.xml" Id="R5fd7f97cad834d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feb56a8942461a" /><Relationship Type="http://schemas.openxmlformats.org/officeDocument/2006/relationships/notesMaster" Target="/ppt/notesMasters/notesMaster1.xml" Id="R677609f38ceb47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8378a4b25e45ca" /><Relationship Type="http://schemas.openxmlformats.org/officeDocument/2006/relationships/notesMaster" Target="/ppt/notesMasters/notesMaster1.xml" Id="R08c7e6b195b047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046c5b388f4aa2" /><Relationship Type="http://schemas.openxmlformats.org/officeDocument/2006/relationships/notesMaster" Target="/ppt/notesMasters/notesMaster1.xml" Id="R358958350a224c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7f9324dcc4496d" /><Relationship Type="http://schemas.openxmlformats.org/officeDocument/2006/relationships/notesMaster" Target="/ppt/notesMasters/notesMaster1.xml" Id="R6567096a071d47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81755b2405487d" /><Relationship Type="http://schemas.openxmlformats.org/officeDocument/2006/relationships/notesMaster" Target="/ppt/notesMasters/notesMaster1.xml" Id="R248df9be93404b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bf47ad78be49ad" /><Relationship Type="http://schemas.openxmlformats.org/officeDocument/2006/relationships/notesMaster" Target="/ppt/notesMasters/notesMaster1.xml" Id="R37b4ff03a7ce4d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494edd0d8e453e" /><Relationship Type="http://schemas.openxmlformats.org/officeDocument/2006/relationships/notesMaster" Target="/ppt/notesMasters/notesMaster1.xml" Id="Ra02cbdc392714a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e2ce450453437f" /><Relationship Type="http://schemas.openxmlformats.org/officeDocument/2006/relationships/notesMaster" Target="/ppt/notesMasters/notesMaster1.xml" Id="Rabfc17bef9aa48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884db86a041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7afb8ab0f542f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81e7cca8e049b7" /><Relationship Type="http://schemas.openxmlformats.org/officeDocument/2006/relationships/slideLayout" Target="/ppt/slideLayouts/slideLayout1.xml" Id="R1e8d0ef00b7f4e5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ca8594f449746f8" /><Relationship Type="http://schemas.openxmlformats.org/officeDocument/2006/relationships/slideLayout" Target="/ppt/slideLayouts/slideLayout2.xml" Id="R3b3863ea4abf42d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8d0ef00b7f4e5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3b3863ea4abf42d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29f8ecb6f4ef7" /><Relationship Type="http://schemas.openxmlformats.org/officeDocument/2006/relationships/notesSlide" Target="/ppt/notesSlides/notesSlide1.xml" Id="R8e677b50e31c46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d302b1a1043bb" /><Relationship Type="http://schemas.openxmlformats.org/officeDocument/2006/relationships/notesSlide" Target="/ppt/notesSlides/notesSlide2.xml" Id="R2f5a80e589574b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c48b26e654ad3" /><Relationship Type="http://schemas.openxmlformats.org/officeDocument/2006/relationships/notesSlide" Target="/ppt/notesSlides/notesSlide3.xml" Id="R8077ef2c5f8a42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8509751ee4e15" /><Relationship Type="http://schemas.openxmlformats.org/officeDocument/2006/relationships/notesSlide" Target="/ppt/notesSlides/notesSlide4.xml" Id="R4ee098f923c546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26c03a4a145cf" /><Relationship Type="http://schemas.openxmlformats.org/officeDocument/2006/relationships/image" Target="/ppt/media/image.png" Id="Rf4ebf57b312649f0" /><Relationship Type="http://schemas.openxmlformats.org/officeDocument/2006/relationships/image" Target="/ppt/media/image2.png" Id="R82fa3d7fcb9a4b29" /><Relationship Type="http://schemas.openxmlformats.org/officeDocument/2006/relationships/notesSlide" Target="/ppt/notesSlides/notesSlide5.xml" Id="Ra742453bfe1246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02060c84dc4499" /><Relationship Type="http://schemas.openxmlformats.org/officeDocument/2006/relationships/notesSlide" Target="/ppt/notesSlides/notesSlide6.xml" Id="R78279d7e1e5342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70bdf63b947f9" /><Relationship Type="http://schemas.openxmlformats.org/officeDocument/2006/relationships/image" Target="/ppt/media/image3.png" Id="Rf96ef644bf444129" /><Relationship Type="http://schemas.openxmlformats.org/officeDocument/2006/relationships/notesSlide" Target="/ppt/notesSlides/notesSlide7.xml" Id="R26225263440e4b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7b6a3c9f814306" /><Relationship Type="http://schemas.openxmlformats.org/officeDocument/2006/relationships/notesSlide" Target="/ppt/notesSlides/notesSlide8.xml" Id="R37b295f9a5434e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47ecc09794388" /><Relationship Type="http://schemas.openxmlformats.org/officeDocument/2006/relationships/image" Target="/ppt/media/image4.png" Id="Rdb9b0296c8be4e7c" /><Relationship Type="http://schemas.openxmlformats.org/officeDocument/2006/relationships/image" Target="/ppt/media/image5.png" Id="R268251e95cef4688" /><Relationship Type="http://schemas.openxmlformats.org/officeDocument/2006/relationships/notesSlide" Target="/ppt/notesSlides/notesSlide9.xml" Id="R462f1f2d747845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774ad7d293473a" /><Relationship Type="http://schemas.openxmlformats.org/officeDocument/2006/relationships/notesSlide" Target="/ppt/notesSlides/notesSlide10.xml" Id="Ra9007239ddc54d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2016d316547fe" /><Relationship Type="http://schemas.openxmlformats.org/officeDocument/2006/relationships/image" Target="/ppt/media/image6.png" Id="R067ea388c7ec4797" /><Relationship Type="http://schemas.openxmlformats.org/officeDocument/2006/relationships/notesSlide" Target="/ppt/notesSlides/notesSlide11.xml" Id="R118bd3aa92c14e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ade38276e54c96" /><Relationship Type="http://schemas.openxmlformats.org/officeDocument/2006/relationships/notesSlide" Target="/ppt/notesSlides/notesSlide12.xml" Id="R7530a9a5d5bf4b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ebde22f424525" /><Relationship Type="http://schemas.openxmlformats.org/officeDocument/2006/relationships/image" Target="/ppt/media/image7.png" Id="Rd21ffafa7e72409f" /><Relationship Type="http://schemas.openxmlformats.org/officeDocument/2006/relationships/image" Target="/ppt/media/image8.png" Id="R957db3c493cf4937" /><Relationship Type="http://schemas.openxmlformats.org/officeDocument/2006/relationships/image" Target="/ppt/media/image9.png" Id="R873e4c64455e4e0c" /><Relationship Type="http://schemas.openxmlformats.org/officeDocument/2006/relationships/image" Target="/ppt/media/image10.png" Id="R7f8866efbc8f4d49" /><Relationship Type="http://schemas.openxmlformats.org/officeDocument/2006/relationships/notesSlide" Target="/ppt/notesSlides/notesSlide13.xml" Id="R261a426a5b164a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4afbf1cae04b64" /><Relationship Type="http://schemas.openxmlformats.org/officeDocument/2006/relationships/notesSlide" Target="/ppt/notesSlides/notesSlide14.xml" Id="R6fdf62196ac449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4636682fb473e" /><Relationship Type="http://schemas.openxmlformats.org/officeDocument/2006/relationships/notesSlide" Target="/ppt/notesSlides/notesSlide15.xml" Id="R695b4a67a93c46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701cea121f4cf0" /><Relationship Type="http://schemas.openxmlformats.org/officeDocument/2006/relationships/notesSlide" Target="/ppt/notesSlides/notesSlide16.xml" Id="R95322592f0254a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7e026f40f422e" /><Relationship Type="http://schemas.openxmlformats.org/officeDocument/2006/relationships/image" Target="/ppt/media/image11.png" Id="R1f5d241e044a4828" /><Relationship Type="http://schemas.openxmlformats.org/officeDocument/2006/relationships/image" Target="/ppt/media/image12.png" Id="Rd3b3589684614331" /><Relationship Type="http://schemas.openxmlformats.org/officeDocument/2006/relationships/notesSlide" Target="/ppt/notesSlides/notesSlide17.xml" Id="Ra3f7d87be8404b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80E626-212B-4C14-B6F2-ABDCB9F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F476A-5F46-460C-B509-B9E721E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2425E5-AAB7-429E-A580-7183B1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34FAA8-2711-4FB7-A811-6D8D0BE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</a:t>
            </a: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世界人工智能开源大赛</a:t>
            </a: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9398C4-1D74-424C-B3E5-9C5D86C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初赛方案 PPT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内容框架模板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343E427-AE3B-48E2-9E8E-68CE2E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Datawhale · 参赛选手参考资料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797F66-FCD9-4EB3-AE73-9ABFCCC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Agent Infra </a:t>
            </a: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新智基座</a:t>
            </a: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初赛 · 方案 PPT 模板</a:t>
            </a:r>
          </a:p>
        </p:txBody>
      </p:sp>
    </p:spTree>
    <p:extLst>
      <p:ext uri="{BB962C8B-B14F-4D97-AF65-F5344CB8AC3E}">
        <p14:creationId xmlns:p14="http://schemas.microsoft.com/office/powerpoint/2010/main" val="16811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≤ 20 字。一句话说清「为谁、解决什么」。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【在此填写项目名称】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目标用户是谁、在什么场景、现实痛点是什么。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【描述真实场景与核心痛点】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一句话讲清整体思路：用多 Agent + Skill 怎么解。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【概述端到端解决方案】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对比现有做法，你独特/更优在哪。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【列 1–2 个关键差异化优势】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可复用成果、能迁移到哪些场景。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【说明复用与迁移价值】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做到了什么程度、有无可运行成果。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【说明当前完成度与里程碑】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D03662-63F4-45D9-89A0-48BBCC03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37160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6AE2931-5B00-4519-9F31-7080BFAC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475488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AA5D25-C6DB-4E11-80E5-EDB9F0E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258895-E978-4218-870F-B793C883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8DD2C8-DB67-481C-B16F-C59E0186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FD6AF9E-8882-4C98-92EC-1392ABA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309B89-8F8E-4750-9A65-B57B800F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D9AA2D2-8CF5-4290-855D-6730608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5008BC-7CDE-485C-8F7F-A048161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4B0275-D8EE-46A8-AC72-55327C2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B8C44E-54F3-4EDA-9345-8927CC3F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工程落地、运行验证与安全可审计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21CAED-7B3E-4C2B-B20F-79882F2A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A2A123B-B73F-4AA7-AA51-8A68C68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4424EEE-B131-4192-B7D5-1E1431B9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4BE5F33-9C2F-4878-A855-F78C96E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4762BD7-A3CC-4BF5-B953-6EBAB13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EBAA10-D74D-4A64-945A-635F3888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2AE68D8-7B26-47F2-9E14-21B9E52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ACFA4E-A492-4D9D-97C9-9C7D265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开源开放计划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106F80E-2F54-4DBE-8E7D-B5D64FAE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084A4D1-5258-41D1-ACC7-F12D884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4F634C-AC01-49BB-A225-BCC8688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D1A0397-402F-4FC7-B30D-C1E2ECE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多</a:t>
            </a: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Agent</a:t>
            </a: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协同设计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008AE4B-65D5-4CAE-AFBC-9C43DC8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D9F8BB-C149-4D9A-B766-4B18F19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6971A7D-F610-429E-8EDC-0F3B98A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6AD5EE9-E7AF-476D-8779-16ED9B9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落地计划与进展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7FC26B9-44FF-4646-A09B-39D075E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CE9E015-148C-4DE9-902A-F472416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62F4BF7-825B-402C-ADEC-02258850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F064657-1CB6-44F4-9E27-22C8329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Skills</a:t>
            </a: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工具体系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847B8C4-4D04-4881-8F30-3E8D612F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34CE54F-315E-4C80-9DE4-46AC011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E820555-8048-45C2-97AC-C47BF15F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989FB02-EBAB-4E8B-89D4-8A0DB8D2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Demo</a:t>
            </a: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视频（如有</a:t>
            </a: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0038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97BBBA-C9C3-4F24-B98D-AAD9D6FB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45E99B-1A8F-430C-B5A2-FBA56A9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E42A6D-23DB-4776-879C-C370C0D4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375" y="363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7E5DAF-1A21-49A5-93AF-F5EBD8EB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455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B48A93-3787-4BF7-8D70-D93A7C31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674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FF9C33-FEFD-4492-9BE8-E78ED926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49275E9-D655-4DB9-AF7C-C7DECCFE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B8AE17C-3DBD-4331-8D24-C0446D2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5343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建议覆盖目标用户与核心痛点、真实场景、可量化的价值收益、行业可复制性，以及你的创新点与差异化优势。</a:t>
            </a:r>
          </a:p>
        </p:txBody>
      </p:sp>
      <p:pic>
        <p:nvPicPr>
          <p:cNvPr id="13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bf57b312649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（</a:t>
            </a:r>
            <a:r>
              <a:t>示例</a:t>
            </a:r>
            <a:r>
              <a:t>）</a:t>
            </a:r>
          </a:p>
        </p:txBody>
      </p:sp>
      <p:pic>
        <p:nvPicPr>
          <p:cNvPr id="15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a3d7fcb9a4b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4B5F1E-8217-4ECD-9F5A-9C69A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二</a:t>
            </a: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C15EC4-5470-4E47-AE4A-E838AE1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</a:t>
            </a: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总览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E94676F-CEFD-4258-B7BC-C602EE6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59012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FBFDC0-0F00-4CF9-BA1B-5FCF1F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承上启下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4A784-AB0C-4B37-986F-D3B23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F50BB3-2EFE-4F35-8E44-34990A7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63FAA5A-5435-4234-9F16-09C5FD7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建议用一张架构图呈现整体方案，说明端到端主流程和关键技术选型的必要性。</a:t>
            </a:r>
          </a:p>
        </p:txBody>
      </p:sp>
      <p:pic>
        <p:nvPicPr>
          <p:cNvPr id="44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ef644bf444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77415" y="1801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7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0D842F-3B02-4B1A-8002-9F84545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2298194-FF19-4691-8B66-A5533EE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60A224B-C790-46C1-AAFE-A95C611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协同设计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AD0FCDDC-23D2-4728-A6F8-EAA744B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7BEAD2C-A999-4457-9E85-5D9C2A7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E6FBAD3F-3A0A-49D1-A70E-F3F6583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2CE338B-19AD-424E-9BC3-30AA8D3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BA31599-A599-420F-B60F-454B7B8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306728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C4C02-D03B-4981-8197-3AA110C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08906C-F54D-43B4-A539-98D0392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协同设计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6C2E999-D206-4914-8C57-8B7B5E7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建议覆盖</a:t>
            </a:r>
            <a:r>
              <a:rPr>
                <a:latin typeface="微软雅黑"/>
                <a:ea typeface="微软雅黑"/>
                <a:cs typeface="微软雅黑"/>
              </a:rPr>
              <a:t> Agent </a:t>
            </a:r>
            <a:r>
              <a:rPr>
                <a:latin typeface="微软雅黑"/>
                <a:ea typeface="微软雅黑"/>
                <a:cs typeface="微软雅黑"/>
              </a:rPr>
              <a:t>分工、任务拆解、上下文传递与状态流转、异常与冲突处理，以及高风险动作的安全边界。</a:t>
            </a: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b0296c8be4e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251e95cef46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4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3C1AA86-874A-44C1-A562-B9C7650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E83B51-0E9D-4639-BCAB-82A9DB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48217-8C9F-4E2F-8B40-50B1E4B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748C36-06FD-40B6-9159-68510BC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12CF9BDC-B999-4C0E-8EB0-DF2AB8E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C1B4EBF2-B488-4BD5-A8A1-34732A2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3E9516C3-301E-45D8-A413-126758B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79569B8C-3E2D-4B01-BE3C-D45F30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59387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8C039D-ED69-4D2D-95E2-69CB758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ECFA1D-F198-4793-8DB5-BA5C43D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AF09216-B993-4436-8E47-C795C38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F51C85-36BB-4B16-ADD3-CD81BC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485DC7E-1547-4278-A25F-002DC95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建议覆盖</a:t>
            </a:r>
            <a:r>
              <a:rPr>
                <a:latin typeface="微软雅黑"/>
                <a:ea typeface="微软雅黑"/>
                <a:cs typeface="微软雅黑"/>
              </a:rPr>
              <a:t> Skill </a:t>
            </a:r>
            <a:r>
              <a:rPr>
                <a:latin typeface="微软雅黑"/>
                <a:ea typeface="微软雅黑"/>
                <a:cs typeface="微软雅黑"/>
              </a:rPr>
              <a:t>清单与任务覆盖、单个</a:t>
            </a:r>
            <a:r>
              <a:rPr>
                <a:latin typeface="微软雅黑"/>
                <a:ea typeface="微软雅黑"/>
                <a:cs typeface="微软雅黑"/>
              </a:rPr>
              <a:t> Skill </a:t>
            </a:r>
            <a:r>
              <a:rPr>
                <a:latin typeface="微软雅黑"/>
                <a:ea typeface="微软雅黑"/>
                <a:cs typeface="微软雅黑"/>
              </a:rPr>
              <a:t>的规格（输入输出</a:t>
            </a:r>
            <a:r>
              <a:rPr>
                <a:latin typeface="微软雅黑"/>
                <a:ea typeface="微软雅黑"/>
                <a:cs typeface="微软雅黑"/>
              </a:rPr>
              <a:t>/</a:t>
            </a:r>
            <a:r>
              <a:rPr>
                <a:latin typeface="微软雅黑"/>
                <a:ea typeface="微软雅黑"/>
                <a:cs typeface="微软雅黑"/>
              </a:rPr>
              <a:t>依赖</a:t>
            </a:r>
            <a:r>
              <a:rPr>
                <a:latin typeface="微软雅黑"/>
                <a:ea typeface="微软雅黑"/>
                <a:cs typeface="微软雅黑"/>
              </a:rPr>
              <a:t>/</a:t>
            </a:r>
            <a:r>
              <a:rPr>
                <a:latin typeface="微软雅黑"/>
                <a:ea typeface="微软雅黑"/>
                <a:cs typeface="微软雅黑"/>
              </a:rPr>
              <a:t>失败处理）、复用性、生命周期管理，以及对官方</a:t>
            </a:r>
            <a:r>
              <a:rPr>
                <a:latin typeface="微软雅黑"/>
                <a:ea typeface="微软雅黑"/>
                <a:cs typeface="微软雅黑"/>
              </a:rPr>
              <a:t> Skills </a:t>
            </a:r>
            <a:r>
              <a:rPr>
                <a:latin typeface="微软雅黑"/>
                <a:ea typeface="微软雅黑"/>
                <a:cs typeface="微软雅黑"/>
              </a:rPr>
              <a:t>的复用。</a:t>
            </a:r>
          </a:p>
        </p:txBody>
      </p:sp>
      <p:pic>
        <p:nvPicPr>
          <p:cNvPr id="45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ea388c7ec4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25165" y="2377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B7F5ECE-23E6-468F-B9C5-DA1E6374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23E897B9-37B3-4909-8C27-55B8B57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CE4DFAC-D77B-4DDB-BAD0-77B848A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工程落地、运行验证与安全可审计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CEB3EEE-C80D-4D54-B9B7-0340290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7AB28E3-F3E4-40C3-8EED-9607BA5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0F60E69-4BD5-4494-9AF9-A7F8D6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4E7EE0F-34F2-43C2-A2CD-E98F7E3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A5A4C200-1D0C-44A2-B6A0-7F5E846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18583298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47751F-4164-4149-BBF6-F132EBA8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96F8A6-A5F5-4EB4-94EA-04BD950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工程落地、运行验证与安全可审计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3D4CE23-66DC-4D5A-B1FC-4EC2001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建议覆盖可运行性、运行证据、可观测与检索链路、安全治理机制，以及云产品选型的必要性与边界。</a:t>
            </a:r>
          </a:p>
        </p:txBody>
      </p:sp>
      <p:pic>
        <p:nvPicPr>
          <p:cNvPr id="46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ffafa7e7240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08200" y="1988820"/>
            <a:ext cx="3830087" cy="2160000"/>
          </a:xfrm>
          <a:prstGeom xmlns:a="http://schemas.openxmlformats.org/drawingml/2006/main" prst="rect">
            <a:avLst/>
          </a:prstGeom>
        </p:spPr>
      </p:pic>
      <p:pic>
        <p:nvPicPr>
          <p:cNvPr id="47" name="图片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db3c493cf49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5535" y="1996440"/>
            <a:ext cx="3837275" cy="2160000"/>
          </a:xfrm>
          <a:prstGeom xmlns:a="http://schemas.openxmlformats.org/drawingml/2006/main" prst="rect">
            <a:avLst/>
          </a:prstGeom>
        </p:spPr>
      </p:pic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e4c64455e4e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08200" y="4288155"/>
            <a:ext cx="3838315" cy="2160000"/>
          </a:xfrm>
          <a:prstGeom xmlns:a="http://schemas.openxmlformats.org/drawingml/2006/main" prst="rect">
            <a:avLst/>
          </a:prstGeom>
        </p:spPr>
      </p:pic>
      <p:pic>
        <p:nvPicPr>
          <p:cNvPr id="49" name="图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866efbc8f4d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85535" y="4303395"/>
            <a:ext cx="3831800" cy="216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648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9DD941E-C57B-49DD-8492-BE87AB42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A61D25E-289B-4E2A-89D3-DA0312A5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83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164DC7-7A61-4966-89DE-5E3C2B6F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58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开源计划</a:t>
            </a:r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B62E3CA7-EB7F-4C38-968C-6B3ACC7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9DA284F4-C047-4970-9B07-C7E506AD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47E65D9B-CBBA-488F-8934-8B43287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790621BB-7012-4484-95DC-E742678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AC261D9E-202E-4977-8432-1C7739B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5189294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≤ 20 字。一句话说清「为谁、解决什么」。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【在此填写项目名称】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目标用户是谁、在什么场景、现实痛点是什么。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【描述真实场景与核心痛点】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一句话讲清整体思路：用多 Agent + Skill 怎么解。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【概述端到端解决方案】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对比现有做法，你独特/更优在哪。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【列 1–2 个关键差异化优势】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可复用成果、能迁移到哪些场景。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【说明复用与迁移价值】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做到了什么程度、有无可运行成果。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【说明当前完成度与里程碑】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E0AD699-FCB6-45C5-90CA-B90F3124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9255C4C8-D267-46CB-8643-B8A0CD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8C852E8-2CB5-4213-9BC9-83143CB6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落地计划与进展</a:t>
            </a:r>
          </a:p>
        </p:txBody>
      </p:sp>
    </p:spTree>
    <p:extLst>
      <p:ext uri="{BB962C8B-B14F-4D97-AF65-F5344CB8AC3E}">
        <p14:creationId xmlns:p14="http://schemas.microsoft.com/office/powerpoint/2010/main" val="1656643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27F411-ED70-430F-A617-CCA33963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A6AA91-10E3-458C-A1DE-9FC5EB02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落地计划与进展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9CF89D1-807E-4D35-AF0D-92BD20C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CF14C20-7EB4-485F-83DE-36C35B33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建议覆盖当前进展、里程碑与落地计划，以及风险控制。</a:t>
            </a:r>
          </a:p>
        </p:txBody>
      </p:sp>
      <p:pic>
        <p:nvPicPr>
          <p:cNvPr id="45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d241e044a48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640" y="2328545"/>
            <a:ext cx="4911725" cy="2768600"/>
          </a:xfrm>
          <a:prstGeom xmlns:a="http://schemas.openxmlformats.org/drawingml/2006/main" prst="rect">
            <a:avLst/>
          </a:prstGeom>
        </p:spPr>
      </p:pic>
      <p:pic>
        <p:nvPicPr>
          <p:cNvPr id="4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358968461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79210" y="2458720"/>
            <a:ext cx="5327015" cy="2482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090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2026-08-02T16:04:13.9410000Z</dcterms:created>
  <dcterms:modified xsi:type="dcterms:W3CDTF">2026-08-02T16:04:13.9410000Z</dcterms:modified>
</coreProperties>
</file>