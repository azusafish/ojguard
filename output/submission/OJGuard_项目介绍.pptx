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0ce7a22369426f" /><Relationship Type="http://schemas.openxmlformats.org/officeDocument/2006/relationships/extended-properties" Target="/docProps/app.xml" Id="R4a8d8de6092143e1" /><Relationship Type="http://schemas.openxmlformats.org/officeDocument/2006/relationships/officeDocument" Target="/ppt/presentation.xml" Id="Rf2971ab15a32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3803f967404ae5"/>
    <p:sldMasterId xmlns:r="http://schemas.openxmlformats.org/officeDocument/2006/relationships" id="2147483650" r:id="R92658c703d4146dd"/>
  </p:sldMasterIdLst>
  <p:notesMasterIdLst>
    <p:notesMasterId xmlns:r="http://schemas.openxmlformats.org/officeDocument/2006/relationships" r:id="R5fed07392c864a5d"/>
  </p:notesMasterIdLst>
  <p:sldIdLst>
    <p:sldId xmlns:r="http://schemas.openxmlformats.org/officeDocument/2006/relationships" id="256" r:id="Raa16b0bae69a4a01"/>
    <p:sldId xmlns:r="http://schemas.openxmlformats.org/officeDocument/2006/relationships" id="257" r:id="R16735701427341f8"/>
    <p:sldId xmlns:r="http://schemas.openxmlformats.org/officeDocument/2006/relationships" id="258" r:id="R324f1848d7a24f4d"/>
    <p:sldId xmlns:r="http://schemas.openxmlformats.org/officeDocument/2006/relationships" id="259" r:id="R874e367df3f5485a"/>
    <p:sldId xmlns:r="http://schemas.openxmlformats.org/officeDocument/2006/relationships" id="260" r:id="Rf2ae0518bc5d4d82"/>
    <p:sldId xmlns:r="http://schemas.openxmlformats.org/officeDocument/2006/relationships" id="261" r:id="R44ad51bc4c8e41ba"/>
    <p:sldId xmlns:r="http://schemas.openxmlformats.org/officeDocument/2006/relationships" id="262" r:id="R37edf42cfdb04282"/>
    <p:sldId xmlns:r="http://schemas.openxmlformats.org/officeDocument/2006/relationships" id="263" r:id="Ra12ff4b3825f4532"/>
    <p:sldId xmlns:r="http://schemas.openxmlformats.org/officeDocument/2006/relationships" id="264" r:id="R014d9fb02b9a44a3"/>
    <p:sldId xmlns:r="http://schemas.openxmlformats.org/officeDocument/2006/relationships" id="265" r:id="R39a7bb5922d14569"/>
    <p:sldId xmlns:r="http://schemas.openxmlformats.org/officeDocument/2006/relationships" id="266" r:id="R8671f02ff216463f"/>
    <p:sldId xmlns:r="http://schemas.openxmlformats.org/officeDocument/2006/relationships" id="267" r:id="R4bb914c9a245411e"/>
    <p:sldId xmlns:r="http://schemas.openxmlformats.org/officeDocument/2006/relationships" id="268" r:id="Rfdb447c9b6a54923"/>
    <p:sldId xmlns:r="http://schemas.openxmlformats.org/officeDocument/2006/relationships" id="269" r:id="R8f630a2706bf446e"/>
    <p:sldId xmlns:r="http://schemas.openxmlformats.org/officeDocument/2006/relationships" id="270" r:id="R58202fdfb4734ee0"/>
    <p:sldId xmlns:r="http://schemas.openxmlformats.org/officeDocument/2006/relationships" id="271" r:id="R7f6060eddeda4f8c"/>
    <p:sldId xmlns:r="http://schemas.openxmlformats.org/officeDocument/2006/relationships" id="272" r:id="Rbdfa4c6bcb344e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ba795a52b54bdf" /><Relationship Type="http://schemas.openxmlformats.org/officeDocument/2006/relationships/slideMaster" Target="/ppt/slideMasters/slideMaster1.xml" Id="Ra43803f967404ae5" /><Relationship Type="http://schemas.openxmlformats.org/officeDocument/2006/relationships/slideMaster" Target="/ppt/slideMasters/slideMaster2.xml" Id="R92658c703d4146dd" /><Relationship Type="http://schemas.openxmlformats.org/officeDocument/2006/relationships/notesMaster" Target="/ppt/notesMasters/notesMaster1.xml" Id="R5fed07392c864a5d" /><Relationship Type="http://schemas.openxmlformats.org/officeDocument/2006/relationships/presProps" Target="/ppt/presProps.xml" Id="R96f1113caa4b4e8a" /><Relationship Type="http://schemas.openxmlformats.org/officeDocument/2006/relationships/viewProps" Target="/ppt/viewProps.xml" Id="R7e3daf1cd20c4ffd" /><Relationship Type="http://schemas.openxmlformats.org/officeDocument/2006/relationships/tableStyles" Target="/ppt/tableStyles.xml" Id="Rc5e777c549564155" /><Relationship Type="http://schemas.openxmlformats.org/officeDocument/2006/relationships/slide" Target="/ppt/slides/slide1.xml" Id="Raa16b0bae69a4a01" /><Relationship Type="http://schemas.openxmlformats.org/officeDocument/2006/relationships/slide" Target="/ppt/slides/slide2.xml" Id="R16735701427341f8" /><Relationship Type="http://schemas.openxmlformats.org/officeDocument/2006/relationships/slide" Target="/ppt/slides/slide3.xml" Id="R324f1848d7a24f4d" /><Relationship Type="http://schemas.openxmlformats.org/officeDocument/2006/relationships/slide" Target="/ppt/slides/slide4.xml" Id="R874e367df3f5485a" /><Relationship Type="http://schemas.openxmlformats.org/officeDocument/2006/relationships/slide" Target="/ppt/slides/slide5.xml" Id="Rf2ae0518bc5d4d82" /><Relationship Type="http://schemas.openxmlformats.org/officeDocument/2006/relationships/slide" Target="/ppt/slides/slide6.xml" Id="R44ad51bc4c8e41ba" /><Relationship Type="http://schemas.openxmlformats.org/officeDocument/2006/relationships/slide" Target="/ppt/slides/slide7.xml" Id="R37edf42cfdb04282" /><Relationship Type="http://schemas.openxmlformats.org/officeDocument/2006/relationships/slide" Target="/ppt/slides/slide8.xml" Id="Ra12ff4b3825f4532" /><Relationship Type="http://schemas.openxmlformats.org/officeDocument/2006/relationships/slide" Target="/ppt/slides/slide9.xml" Id="R014d9fb02b9a44a3" /><Relationship Type="http://schemas.openxmlformats.org/officeDocument/2006/relationships/slide" Target="/ppt/slides/slide10.xml" Id="R39a7bb5922d14569" /><Relationship Type="http://schemas.openxmlformats.org/officeDocument/2006/relationships/slide" Target="/ppt/slides/slide11.xml" Id="R8671f02ff216463f" /><Relationship Type="http://schemas.openxmlformats.org/officeDocument/2006/relationships/slide" Target="/ppt/slides/slide12.xml" Id="R4bb914c9a245411e" /><Relationship Type="http://schemas.openxmlformats.org/officeDocument/2006/relationships/slide" Target="/ppt/slides/slide13.xml" Id="Rfdb447c9b6a54923" /><Relationship Type="http://schemas.openxmlformats.org/officeDocument/2006/relationships/slide" Target="/ppt/slides/slide14.xml" Id="R8f630a2706bf446e" /><Relationship Type="http://schemas.openxmlformats.org/officeDocument/2006/relationships/slide" Target="/ppt/slides/slide15.xml" Id="R58202fdfb4734ee0" /><Relationship Type="http://schemas.openxmlformats.org/officeDocument/2006/relationships/slide" Target="/ppt/slides/slide16.xml" Id="R7f6060eddeda4f8c" /><Relationship Type="http://schemas.openxmlformats.org/officeDocument/2006/relationships/slide" Target="/ppt/slides/slide17.xml" Id="Rbdfa4c6bcb344e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7a481a5a0c746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c62eaf1e7445d" /><Relationship Type="http://schemas.openxmlformats.org/officeDocument/2006/relationships/notesMaster" Target="/ppt/notesMasters/notesMaster1.xml" Id="Rd7ccf6b48c754c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5671303e4f48ff" /><Relationship Type="http://schemas.openxmlformats.org/officeDocument/2006/relationships/notesMaster" Target="/ppt/notesMasters/notesMaster1.xml" Id="R457f90f57e5249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20fa99206346ed" /><Relationship Type="http://schemas.openxmlformats.org/officeDocument/2006/relationships/notesMaster" Target="/ppt/notesMasters/notesMaster1.xml" Id="R93f01c2d3dab4b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a146b3bea94071" /><Relationship Type="http://schemas.openxmlformats.org/officeDocument/2006/relationships/notesMaster" Target="/ppt/notesMasters/notesMaster1.xml" Id="R14600cdec77648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62dad6746c44f4" /><Relationship Type="http://schemas.openxmlformats.org/officeDocument/2006/relationships/notesMaster" Target="/ppt/notesMasters/notesMaster1.xml" Id="R977468f1961b45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972e4706c246ae" /><Relationship Type="http://schemas.openxmlformats.org/officeDocument/2006/relationships/notesMaster" Target="/ppt/notesMasters/notesMaster1.xml" Id="Rcf90531424024a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ddfe9775ac44b7" /><Relationship Type="http://schemas.openxmlformats.org/officeDocument/2006/relationships/notesMaster" Target="/ppt/notesMasters/notesMaster1.xml" Id="R7c9f5b12ee4949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fde37e74844399" /><Relationship Type="http://schemas.openxmlformats.org/officeDocument/2006/relationships/notesMaster" Target="/ppt/notesMasters/notesMaster1.xml" Id="R21d39e3bfc8744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50c6a6691b4431" /><Relationship Type="http://schemas.openxmlformats.org/officeDocument/2006/relationships/notesMaster" Target="/ppt/notesMasters/notesMaster1.xml" Id="Ra4339e0399cb46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41bc55b1f34666" /><Relationship Type="http://schemas.openxmlformats.org/officeDocument/2006/relationships/notesMaster" Target="/ppt/notesMasters/notesMaster1.xml" Id="R4cdf860a83684e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85dfb6d0a64007" /><Relationship Type="http://schemas.openxmlformats.org/officeDocument/2006/relationships/notesMaster" Target="/ppt/notesMasters/notesMaster1.xml" Id="R28ff117236eb49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05ebc5c0044f44" /><Relationship Type="http://schemas.openxmlformats.org/officeDocument/2006/relationships/notesMaster" Target="/ppt/notesMasters/notesMaster1.xml" Id="Rdc24f2bdd80e4c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ec373cef9041c3" /><Relationship Type="http://schemas.openxmlformats.org/officeDocument/2006/relationships/notesMaster" Target="/ppt/notesMasters/notesMaster1.xml" Id="R7b1e8ec8673d4a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faa022d60448b6" /><Relationship Type="http://schemas.openxmlformats.org/officeDocument/2006/relationships/notesMaster" Target="/ppt/notesMasters/notesMaster1.xml" Id="R66b925fa42cf4e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445631eb7e4ad9" /><Relationship Type="http://schemas.openxmlformats.org/officeDocument/2006/relationships/notesMaster" Target="/ppt/notesMasters/notesMaster1.xml" Id="Rfa267c6883a84c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740098ab154b2e" /><Relationship Type="http://schemas.openxmlformats.org/officeDocument/2006/relationships/notesMaster" Target="/ppt/notesMasters/notesMaster1.xml" Id="R90df2dbd7c6d4a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5623adc3c848db" /><Relationship Type="http://schemas.openxmlformats.org/officeDocument/2006/relationships/notesMaster" Target="/ppt/notesMasters/notesMaster1.xml" Id="Rab319ec63ea14a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  <a:p xmlns:a="http://schemas.openxmlformats.org/drawingml/2006/main">
            <a:r>
              <a:t>OJGuard materials/evidence/AgentTeams_真实运行证据.md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materials/MCP_工具契约与迁移说明.md</a:t>
            </a:r>
          </a:p>
          <a:p xmlns:a="http://schemas.openxmlformats.org/drawingml/2006/main">
            <a:r>
              <a:t>OJGuard tests/test_agentteams_runtime_control.py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output/evidence/java-runtime-comparison.json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  <a:p xmlns:a="http://schemas.openxmlformats.org/drawingml/2006/main">
            <a:r>
              <a:t>OJGuard output/evidence/incidents/runtime-regression-report.json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6a031e2f674c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10db074796438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0390e60a24487f" /><Relationship Type="http://schemas.openxmlformats.org/officeDocument/2006/relationships/slideLayout" Target="/ppt/slideLayouts/slideLayout1.xml" Id="R725d5733c595495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b8dfd2277c54440" /><Relationship Type="http://schemas.openxmlformats.org/officeDocument/2006/relationships/slideLayout" Target="/ppt/slideLayouts/slideLayout2.xml" Id="Ra4bb9d9eab9341a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5d5733c595495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a4bb9d9eab9341a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859a95535458d" /><Relationship Type="http://schemas.openxmlformats.org/officeDocument/2006/relationships/notesSlide" Target="/ppt/notesSlides/notesSlide1.xml" Id="R6afcd7d7ddad49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ba83792834b2c" /><Relationship Type="http://schemas.openxmlformats.org/officeDocument/2006/relationships/notesSlide" Target="/ppt/notesSlides/notesSlide2.xml" Id="R059429b9414449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d5e286c80d40af" /><Relationship Type="http://schemas.openxmlformats.org/officeDocument/2006/relationships/notesSlide" Target="/ppt/notesSlides/notesSlide3.xml" Id="Re053321de77547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601fcb28b4cc0" /><Relationship Type="http://schemas.openxmlformats.org/officeDocument/2006/relationships/notesSlide" Target="/ppt/notesSlides/notesSlide4.xml" Id="R1331ee306af741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68d204bff4485" /><Relationship Type="http://schemas.openxmlformats.org/officeDocument/2006/relationships/image" Target="/ppt/media/image.jpeg" Id="R3ee35b140d7a4b44" /><Relationship Type="http://schemas.openxmlformats.org/officeDocument/2006/relationships/image" Target="/ppt/media/image.svg" Id="R46a1a4295bbb4ce9" /><Relationship Type="http://schemas.openxmlformats.org/officeDocument/2006/relationships/image" Target="/ppt/media/image2.jpeg" Id="Rf07eab4f04564b13" /><Relationship Type="http://schemas.openxmlformats.org/officeDocument/2006/relationships/image" Target="/ppt/media/image2.svg" Id="R91e3f37dcc28463b" /><Relationship Type="http://schemas.openxmlformats.org/officeDocument/2006/relationships/notesSlide" Target="/ppt/notesSlides/notesSlide5.xml" Id="R609d9c16a28148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71e4bfb4744022" /><Relationship Type="http://schemas.openxmlformats.org/officeDocument/2006/relationships/notesSlide" Target="/ppt/notesSlides/notesSlide6.xml" Id="Rd3f784bc8bad46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3cf5047794814" /><Relationship Type="http://schemas.openxmlformats.org/officeDocument/2006/relationships/image" Target="/ppt/media/image3.jpeg" Id="R370d09dd634b43f2" /><Relationship Type="http://schemas.openxmlformats.org/officeDocument/2006/relationships/image" Target="/ppt/media/image3.svg" Id="R003c4595618e41df" /><Relationship Type="http://schemas.openxmlformats.org/officeDocument/2006/relationships/notesSlide" Target="/ppt/notesSlides/notesSlide7.xml" Id="Rcea33bef395449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92225ea40040b4" /><Relationship Type="http://schemas.openxmlformats.org/officeDocument/2006/relationships/notesSlide" Target="/ppt/notesSlides/notesSlide8.xml" Id="R7ffd4dd6490547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b12faef954ebc" /><Relationship Type="http://schemas.openxmlformats.org/officeDocument/2006/relationships/image" Target="/ppt/media/image4.jpeg" Id="Rfb74e7c83d71485d" /><Relationship Type="http://schemas.openxmlformats.org/officeDocument/2006/relationships/image" Target="/ppt/media/image4.svg" Id="R25833540e58b4c94" /><Relationship Type="http://schemas.openxmlformats.org/officeDocument/2006/relationships/image" Target="/ppt/media/image.png" Id="R659e0591b6b74290" /><Relationship Type="http://schemas.openxmlformats.org/officeDocument/2006/relationships/image" Target="/ppt/media/image5.svg" Id="R325c0a9d71944f46" /><Relationship Type="http://schemas.openxmlformats.org/officeDocument/2006/relationships/notesSlide" Target="/ppt/notesSlides/notesSlide9.xml" Id="R55878c89530e46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ccd26888d34328" /><Relationship Type="http://schemas.openxmlformats.org/officeDocument/2006/relationships/notesSlide" Target="/ppt/notesSlides/notesSlide10.xml" Id="Rc6c79755262a4f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ba3fa607440d7" /><Relationship Type="http://schemas.openxmlformats.org/officeDocument/2006/relationships/image" Target="/ppt/media/image2.png" Id="Ra1bd4e9a2e004a75" /><Relationship Type="http://schemas.openxmlformats.org/officeDocument/2006/relationships/image" Target="/ppt/media/image6.svg" Id="Ra939cc892abc4835" /><Relationship Type="http://schemas.openxmlformats.org/officeDocument/2006/relationships/notesSlide" Target="/ppt/notesSlides/notesSlide11.xml" Id="R88a1d3fe98e94f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a33f7475814570" /><Relationship Type="http://schemas.openxmlformats.org/officeDocument/2006/relationships/notesSlide" Target="/ppt/notesSlides/notesSlide12.xml" Id="R5f2549db0c3e4a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a099f610548e0" /><Relationship Type="http://schemas.openxmlformats.org/officeDocument/2006/relationships/image" Target="/ppt/media/image.jpeg" Id="Rd72c1ca8a9a34901" /><Relationship Type="http://schemas.openxmlformats.org/officeDocument/2006/relationships/image" Target="/ppt/media/image2.jpeg" Id="R6ffb83624c8f46eb" /><Relationship Type="http://schemas.openxmlformats.org/officeDocument/2006/relationships/image" Target="/ppt/media/image3.jpeg" Id="R04c0197f44e64a51" /><Relationship Type="http://schemas.openxmlformats.org/officeDocument/2006/relationships/image" Target="/ppt/media/image3.png" Id="Ra172a86ae0814556" /><Relationship Type="http://schemas.openxmlformats.org/officeDocument/2006/relationships/image" Target="/ppt/media/image7.svg" Id="Ra1eca6bb54c148a2" /><Relationship Type="http://schemas.openxmlformats.org/officeDocument/2006/relationships/notesSlide" Target="/ppt/notesSlides/notesSlide13.xml" Id="R76df1d2a00bb42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5e7156a8b34ffe" /><Relationship Type="http://schemas.openxmlformats.org/officeDocument/2006/relationships/notesSlide" Target="/ppt/notesSlides/notesSlide14.xml" Id="Ra3fe871118e54d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4139d40704c94" /><Relationship Type="http://schemas.openxmlformats.org/officeDocument/2006/relationships/notesSlide" Target="/ppt/notesSlides/notesSlide15.xml" Id="Rf5c48dc5a4f141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4a6288b9d45ca" /><Relationship Type="http://schemas.openxmlformats.org/officeDocument/2006/relationships/notesSlide" Target="/ppt/notesSlides/notesSlide16.xml" Id="R1fec2d6d3cb946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88819092b4288" /><Relationship Type="http://schemas.openxmlformats.org/officeDocument/2006/relationships/image" Target="/ppt/media/image4.jpeg" Id="Reb5bd19c6af840ec" /><Relationship Type="http://schemas.openxmlformats.org/officeDocument/2006/relationships/image" Target="/ppt/media/image4.png" Id="Re2ed4d61c1ee4346" /><Relationship Type="http://schemas.openxmlformats.org/officeDocument/2006/relationships/image" Target="/ppt/media/image8.svg" Id="Rdd29f046c97a463d" /><Relationship Type="http://schemas.openxmlformats.org/officeDocument/2006/relationships/notesSlide" Target="/ppt/notesSlides/notesSlide17.xml" Id="R2cfa83622b9546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80E626-212B-4C14-B6F2-ABDCB9F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F476A-5F46-460C-B509-B9E721E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2425E5-AAB7-429E-A580-7183B1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34FAA8-2711-4FB7-A811-6D8D0BE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 · Agent Infra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9398C4-1D74-424C-B3E5-9C5D86C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在线测评事故响应与可信重评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343E427-AE3B-48E2-9E8E-68CE2E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单人团队 · 可运行开源作品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797F66-FCD9-4EB3-AE73-9ABFCCC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从异常信号到可信重评，以证据驱动闭环</a:t>
            </a:r>
          </a:p>
        </p:txBody>
      </p:sp>
    </p:spTree>
    <p:extLst>
      <p:ext uri="{BB962C8B-B14F-4D97-AF65-F5344CB8AC3E}">
        <p14:creationId xmlns:p14="http://schemas.microsoft.com/office/powerpoint/2010/main" val="16811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面向在线测评运营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环境异常会污染评测结果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难定位、难定界、难安全重评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 Agent 协同 + 确定性工具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发现→定界→审批→重评→核验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证据优先、幂等重评、状态机治理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高风险动作必须人工批准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可迁移节点退化与 Checker 缺陷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后端、Vue3 前端、AgentTeams 动态路由与恢复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63 项测试 + 两类协作证据可复核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D03662-63F4-45D9-89A0-48BBCC03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37160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6AE2931-5B00-4519-9F31-7080BFAC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475488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AA5D25-C6DB-4E11-80E5-EDB9F0E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258895-E978-4218-870F-B793C883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8DD2C8-DB67-481C-B16F-C59E0186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FD6AF9E-8882-4C98-92EC-1392ABA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309B89-8F8E-4750-9A65-B57B800F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D9AA2D2-8CF5-4290-855D-6730608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5008BC-7CDE-485C-8F7F-A048161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4B0275-D8EE-46A8-AC72-55327C2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B8C44E-54F3-4EDA-9345-8927CC3F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工程落地与证据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21CAED-7B3E-4C2B-B20F-79882F2A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A2A123B-B73F-4AA7-AA51-8A68C68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4424EEE-B131-4192-B7D5-1E1431B9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4BE5F33-9C2F-4878-A855-F78C96E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4762BD7-A3CC-4BF5-B953-6EBAB13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EBAA10-D74D-4A64-945A-635F3888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2AE68D8-7B26-47F2-9E14-21B9E52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ACFA4E-A492-4D9D-97C9-9C7D265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开源与复用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106F80E-2F54-4DBE-8E7D-B5D64FAE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084A4D1-5258-41D1-ACC7-F12D884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4F634C-AC01-49BB-A225-BCC8688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D1A0397-402F-4FC7-B30D-C1E2ECE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AgentTeams 协同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008AE4B-65D5-4CAE-AFBC-9C43DC8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D9F8BB-C149-4D9A-B766-4B18F19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6971A7D-F610-429E-8EDC-0F3B98A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6AD5EE9-E7AF-476D-8779-16ED9B9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演示路径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7FC26B9-44FF-4646-A09B-39D075E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CE9E015-148C-4DE9-902A-F472416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62F4BF7-825B-402C-ADEC-02258850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F064657-1CB6-44F4-9E27-22C8329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 / MCP 工程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847B8C4-4D04-4881-8F30-3E8D612F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34CE54F-315E-4C80-9DE4-46AC011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E820555-8048-45C2-97AC-C47BF15F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989FB02-EBAB-4E8B-89D4-8A0DB8D2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</p:spTree>
    <p:extLst>
      <p:ext uri="{BB962C8B-B14F-4D97-AF65-F5344CB8AC3E}">
        <p14:creationId xmlns:p14="http://schemas.microsoft.com/office/powerpoint/2010/main" val="90038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97BBBA-C9C3-4F24-B98D-AAD9D6FB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45E99B-1A8F-430C-B5A2-FBA56A9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E42A6D-23DB-4776-879C-C370C0D4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375" y="363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7E5DAF-1A21-49A5-93AF-F5EBD8EB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455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B48A93-3787-4BF7-8D70-D93A7C31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674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FF9C33-FEFD-4492-9BE8-E78ED926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49275E9-D655-4DB9-AF7C-C7DECCFE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B8AE17C-3DBD-4331-8D24-C0446D2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5343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真实事故：Java 运行时回归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镜像切换后错误率从 8.3% 升至 41.4%。OJGuard 将异常还原为可复核证据、精确影响范围与可信重评任务。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固定种子 20260802 · 三类场景均可复现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35b140d7a4b44">
            <a:extLst>
              <a:ext uri="{96DAC541-7B7A-43D3-8B79-37D633B846F1}">
                <asvg:svgBlip xmlns:asvg="http://schemas.microsoft.com/office/drawing/2016/SVG/main" r:embed="R46a1a4295bbb4c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eab4f04564b13">
            <a:extLst>
              <a:ext uri="{96DAC541-7B7A-43D3-8B79-37D633B846F1}">
                <asvg:svgBlip xmlns:asvg="http://schemas.microsoft.com/office/drawing/2016/SVG/main" r:embed="R91e3f37dcc2846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4B5F1E-8217-4ECD-9F5A-9C69A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C15EC4-5470-4E47-AE4A-E838AE1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E94676F-CEFD-4258-B7BC-C602EE6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59012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FBFDC0-0F00-4CF9-BA1B-5FCF1F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承上启下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4A784-AB0C-4B37-986F-D3B23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F50BB3-2EFE-4F35-8E44-34990A7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63FAA5A-5435-4234-9F16-09C5FD7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共享 IncidentContext 生成合法 RouteOption；Manager 选择实验，AgentRun/Event 按序记录路由、工具、门禁与状态。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d09dd634b43f2">
            <a:extLst>
              <a:ext uri="{96DAC541-7B7A-43D3-8B79-37D633B846F1}">
                <asvg:svgBlip xmlns:asvg="http://schemas.microsoft.com/office/drawing/2016/SVG/main" r:embed="R003c4595618e41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77415" y="1801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7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0D842F-3B02-4B1A-8002-9F84545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2298194-FF19-4691-8B66-A5533EE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60A224B-C790-46C1-AAFE-A95C611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AD0FCDDC-23D2-4728-A6F8-EAA744B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7BEAD2C-A999-4457-9E85-5D9C2A7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E6FBAD3F-3A0A-49D1-A70E-F3F6583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2CE338B-19AD-424E-9BC3-30AA8D3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BA31599-A599-420F-B60F-454B7B8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306728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C4C02-D03B-4981-8197-3AA110C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08906C-F54D-43B4-A539-98D0392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6C2E999-D206-4914-8C57-8B7B5E7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3 个实验候选可补选；灰度失败进入 PAUSED，经新计划与重新审批恢复；真实协作已完成 20 条响应。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4e7c83d71485d">
            <a:extLst>
              <a:ext uri="{96DAC541-7B7A-43D3-8B79-37D633B846F1}">
                <asvg:svgBlip xmlns:asvg="http://schemas.microsoft.com/office/drawing/2016/SVG/main" r:embed="R25833540e58b4c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e0591b6b74290">
            <a:extLst>
              <a:ext uri="{96DAC541-7B7A-43D3-8B79-37D633B846F1}">
                <asvg:svgBlip xmlns:asvg="http://schemas.microsoft.com/office/drawing/2016/SVG/main" r:embed="R325c0a9d71944f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4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3C1AA86-874A-44C1-A562-B9C7650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E83B51-0E9D-4639-BCAB-82A9DB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48217-8C9F-4E2F-8B40-50B1E4B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/ MCP 工程体系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748C36-06FD-40B6-9159-68510BC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12CF9BDC-B999-4C0E-8EB0-DF2AB8E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C1B4EBF2-B488-4BD5-A8A1-34732A2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3E9516C3-301E-45D8-A413-126758B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79569B8C-3E2D-4B01-BE3C-D45F30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59387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8C039D-ED69-4D2D-95E2-69CB758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ECFA1D-F198-4793-8DB5-BA5C43D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9 个可复用 Skill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AF09216-B993-4436-8E47-C795C38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F51C85-36BB-4B16-ADD3-CD81BC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485DC7E-1547-4278-A25F-002DC95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9 个 Skill 定义协作边界；12 个 MCP 工具支持候选实验与版本化恢复，确定性状态机拒绝合同外路由和越权执行。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d4e9a2e004a75">
            <a:extLst>
              <a:ext uri="{96DAC541-7B7A-43D3-8B79-37D633B846F1}">
                <asvg:svgBlip xmlns:asvg="http://schemas.microsoft.com/office/drawing/2016/SVG/main" r:embed="Ra939cc892abc48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25165" y="2377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B7F5ECE-23E6-468F-B9C5-DA1E6374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23E897B9-37B3-4909-8C27-55B8B57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CE4DFAC-D77B-4DDB-BAD0-77B848A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工程落地与运行证据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CEB3EEE-C80D-4D54-B9B7-0340290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7AB28E3-F3E4-40C3-8EED-9607BA5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0F60E69-4BD5-4494-9AF9-A7F8D6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4E7EE0F-34F2-43C2-A2CD-E98F7E3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A5A4C200-1D0C-44A2-B6A0-7F5E846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18583298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47751F-4164-4149-BBF6-F132EBA8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96F8A6-A5F5-4EB4-94EA-04BD950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可复现证据链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3D4CE23-66DC-4D5A-B1FC-4EC2001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真实 AgentTeams 证明 6 个 Worker 参与；零成本证据验证 3 候选补选与灰度恢复；两类证据分级、不混淆。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c1ca8a9a34901"/>
          <a:stretch xmlns:a="http://schemas.openxmlformats.org/drawingml/2006/main"/>
        </p:blipFill>
        <p:spPr>
          <a:xfrm xmlns:a="http://schemas.openxmlformats.org/drawingml/2006/main">
            <a:off x="2108200" y="1990946"/>
            <a:ext cx="3830087" cy="2155749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b83624c8f46eb"/>
          <a:stretch xmlns:a="http://schemas.openxmlformats.org/drawingml/2006/main"/>
        </p:blipFill>
        <p:spPr>
          <a:xfrm xmlns:a="http://schemas.openxmlformats.org/drawingml/2006/main">
            <a:off x="6185535" y="1996543"/>
            <a:ext cx="3837275" cy="2159794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0197f44e64a51"/>
          <a:stretch xmlns:a="http://schemas.openxmlformats.org/drawingml/2006/main"/>
        </p:blipFill>
        <p:spPr>
          <a:xfrm xmlns:a="http://schemas.openxmlformats.org/drawingml/2006/main">
            <a:off x="2108537" y="4288155"/>
            <a:ext cx="3837640" cy="21600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2a86ae0814556">
            <a:extLst>
              <a:ext uri="{96DAC541-7B7A-43D3-8B79-37D633B846F1}">
                <asvg:svgBlip xmlns:asvg="http://schemas.microsoft.com/office/drawing/2016/SVG/main" r:embed="Ra1eca6bb54c148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85535" y="4303395"/>
            <a:ext cx="3831800" cy="216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648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9DD941E-C57B-49DD-8492-BE87AB42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A61D25E-289B-4E2A-89D3-DA0312A5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83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164DC7-7A61-4966-89DE-5E3C2B6F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58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B62E3CA7-EB7F-4C38-968C-6B3ACC7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9DA284F4-C047-4970-9B07-C7E506AD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47E65D9B-CBBA-488F-8934-8B43287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790621BB-7012-4484-95DC-E742678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AC261D9E-202E-4977-8432-1C7739B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5189294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E0AD699-FCB6-45C5-90CA-B90F3124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9255C4C8-D267-46CB-8643-B8A0CD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8C852E8-2CB5-4213-9BC9-83143CB6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Demo 与提交状态</a:t>
            </a:r>
          </a:p>
        </p:txBody>
      </p:sp>
    </p:spTree>
    <p:extLst>
      <p:ext uri="{BB962C8B-B14F-4D97-AF65-F5344CB8AC3E}">
        <p14:creationId xmlns:p14="http://schemas.microsoft.com/office/powerpoint/2010/main" val="1656643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27F411-ED70-430F-A617-CCA33963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可运行成果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A6AA91-10E3-458C-A1DE-9FC5EB02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已完成的闭环证据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9CF89D1-807E-4D35-AF0D-92BD20C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CF14C20-7EB4-485F-83DE-36C35B33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真实协作从 TRIAGING 推进至 RESOLVED；确定性证据补齐“3 候选→补选实验”和“灰度失败→新计划→重审批→恢复灰度”，63 项测试全部通过。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bd19c6af840ec"/>
          <a:stretch xmlns:a="http://schemas.openxmlformats.org/drawingml/2006/main"/>
        </p:blipFill>
        <p:spPr>
          <a:xfrm xmlns:a="http://schemas.openxmlformats.org/drawingml/2006/main">
            <a:off x="929640" y="2330573"/>
            <a:ext cx="4911725" cy="27645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d4d61c1ee4346">
            <a:extLst>
              <a:ext uri="{96DAC541-7B7A-43D3-8B79-37D633B846F1}">
                <asvg:svgBlip xmlns:asvg="http://schemas.microsoft.com/office/drawing/2016/SVG/main" r:embed="Rdd29f046c97a46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79210" y="2458720"/>
            <a:ext cx="5327015" cy="2482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090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2026-08-03T06:34:47.5100000Z</dcterms:created>
  <dcterms:modified xsi:type="dcterms:W3CDTF">2026-08-03T06:34:47.5100000Z</dcterms:modified>
</coreProperties>
</file>