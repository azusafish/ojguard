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1b8f10ba974c6d" /><Relationship Type="http://schemas.openxmlformats.org/officeDocument/2006/relationships/extended-properties" Target="/docProps/app.xml" Id="R81740a465abe4803" /><Relationship Type="http://schemas.openxmlformats.org/officeDocument/2006/relationships/officeDocument" Target="/ppt/presentation.xml" Id="R874affa898984c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dce0bffccb4fc1"/>
    <p:sldMasterId xmlns:r="http://schemas.openxmlformats.org/officeDocument/2006/relationships" id="2147483650" r:id="Read706cbf6a7465f"/>
  </p:sldMasterIdLst>
  <p:notesMasterIdLst>
    <p:notesMasterId xmlns:r="http://schemas.openxmlformats.org/officeDocument/2006/relationships" r:id="R60b0b4a3b99f4302"/>
  </p:notesMasterIdLst>
  <p:sldIdLst>
    <p:sldId xmlns:r="http://schemas.openxmlformats.org/officeDocument/2006/relationships" id="256" r:id="R6eb8a518de814825"/>
    <p:sldId xmlns:r="http://schemas.openxmlformats.org/officeDocument/2006/relationships" id="257" r:id="R608c5a842eb54258"/>
    <p:sldId xmlns:r="http://schemas.openxmlformats.org/officeDocument/2006/relationships" id="258" r:id="Rd4ae5dd17c7a45ff"/>
    <p:sldId xmlns:r="http://schemas.openxmlformats.org/officeDocument/2006/relationships" id="259" r:id="Re54315f274f14e12"/>
    <p:sldId xmlns:r="http://schemas.openxmlformats.org/officeDocument/2006/relationships" id="260" r:id="R237401bf31a04d20"/>
    <p:sldId xmlns:r="http://schemas.openxmlformats.org/officeDocument/2006/relationships" id="261" r:id="R03b2f702be5a4b5c"/>
    <p:sldId xmlns:r="http://schemas.openxmlformats.org/officeDocument/2006/relationships" id="262" r:id="R1948944d03974009"/>
    <p:sldId xmlns:r="http://schemas.openxmlformats.org/officeDocument/2006/relationships" id="263" r:id="R663c0b08852b41c0"/>
    <p:sldId xmlns:r="http://schemas.openxmlformats.org/officeDocument/2006/relationships" id="264" r:id="Rac7a785aabee44a7"/>
    <p:sldId xmlns:r="http://schemas.openxmlformats.org/officeDocument/2006/relationships" id="265" r:id="R51423d38c4b14668"/>
    <p:sldId xmlns:r="http://schemas.openxmlformats.org/officeDocument/2006/relationships" id="266" r:id="R1bc189f53dab4949"/>
    <p:sldId xmlns:r="http://schemas.openxmlformats.org/officeDocument/2006/relationships" id="267" r:id="R4e5396ec2f6f425f"/>
    <p:sldId xmlns:r="http://schemas.openxmlformats.org/officeDocument/2006/relationships" id="268" r:id="R56a563d12c5f42bf"/>
    <p:sldId xmlns:r="http://schemas.openxmlformats.org/officeDocument/2006/relationships" id="269" r:id="Rca3d37bf76474f27"/>
    <p:sldId xmlns:r="http://schemas.openxmlformats.org/officeDocument/2006/relationships" id="270" r:id="R283068580f27475a"/>
    <p:sldId xmlns:r="http://schemas.openxmlformats.org/officeDocument/2006/relationships" id="271" r:id="R1a86655739a64bbc"/>
    <p:sldId xmlns:r="http://schemas.openxmlformats.org/officeDocument/2006/relationships" id="272" r:id="Rd6a256355f8746b7"/>
    <p:sldId xmlns:r="http://schemas.openxmlformats.org/officeDocument/2006/relationships" id="273" r:id="Rc84666d2cfa44239"/>
    <p:sldId xmlns:r="http://schemas.openxmlformats.org/officeDocument/2006/relationships" id="274" r:id="Ra1a8c11206084443"/>
    <p:sldId xmlns:r="http://schemas.openxmlformats.org/officeDocument/2006/relationships" id="275" r:id="R0c99d7a2fcf24f30"/>
    <p:sldId xmlns:r="http://schemas.openxmlformats.org/officeDocument/2006/relationships" id="276" r:id="Rb357552c99f24f81"/>
    <p:sldId xmlns:r="http://schemas.openxmlformats.org/officeDocument/2006/relationships" id="277" r:id="Rf4d8b93890b14a45"/>
    <p:sldId xmlns:r="http://schemas.openxmlformats.org/officeDocument/2006/relationships" id="278" r:id="Rb0d3e9cde00243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a80f6a79c245a8" /><Relationship Type="http://schemas.openxmlformats.org/officeDocument/2006/relationships/slideMaster" Target="/ppt/slideMasters/slideMaster1.xml" Id="R5adce0bffccb4fc1" /><Relationship Type="http://schemas.openxmlformats.org/officeDocument/2006/relationships/slideMaster" Target="/ppt/slideMasters/slideMaster2.xml" Id="Read706cbf6a7465f" /><Relationship Type="http://schemas.openxmlformats.org/officeDocument/2006/relationships/notesMaster" Target="/ppt/notesMasters/notesMaster1.xml" Id="R60b0b4a3b99f4302" /><Relationship Type="http://schemas.openxmlformats.org/officeDocument/2006/relationships/presProps" Target="/ppt/presProps.xml" Id="R4b2563e9238e4f72" /><Relationship Type="http://schemas.openxmlformats.org/officeDocument/2006/relationships/viewProps" Target="/ppt/viewProps.xml" Id="R6b3c810c33114062" /><Relationship Type="http://schemas.openxmlformats.org/officeDocument/2006/relationships/tableStyles" Target="/ppt/tableStyles.xml" Id="R67590c231d794d68" /><Relationship Type="http://schemas.openxmlformats.org/officeDocument/2006/relationships/slide" Target="/ppt/slides/slide1.xml" Id="R6eb8a518de814825" /><Relationship Type="http://schemas.openxmlformats.org/officeDocument/2006/relationships/slide" Target="/ppt/slides/slide2.xml" Id="R608c5a842eb54258" /><Relationship Type="http://schemas.openxmlformats.org/officeDocument/2006/relationships/slide" Target="/ppt/slides/slide3.xml" Id="Rd4ae5dd17c7a45ff" /><Relationship Type="http://schemas.openxmlformats.org/officeDocument/2006/relationships/slide" Target="/ppt/slides/slide4.xml" Id="Re54315f274f14e12" /><Relationship Type="http://schemas.openxmlformats.org/officeDocument/2006/relationships/slide" Target="/ppt/slides/slide5.xml" Id="R237401bf31a04d20" /><Relationship Type="http://schemas.openxmlformats.org/officeDocument/2006/relationships/slide" Target="/ppt/slides/slide6.xml" Id="R03b2f702be5a4b5c" /><Relationship Type="http://schemas.openxmlformats.org/officeDocument/2006/relationships/slide" Target="/ppt/slides/slide7.xml" Id="R1948944d03974009" /><Relationship Type="http://schemas.openxmlformats.org/officeDocument/2006/relationships/slide" Target="/ppt/slides/slide8.xml" Id="R663c0b08852b41c0" /><Relationship Type="http://schemas.openxmlformats.org/officeDocument/2006/relationships/slide" Target="/ppt/slides/slide9.xml" Id="Rac7a785aabee44a7" /><Relationship Type="http://schemas.openxmlformats.org/officeDocument/2006/relationships/slide" Target="/ppt/slides/slide10.xml" Id="R51423d38c4b14668" /><Relationship Type="http://schemas.openxmlformats.org/officeDocument/2006/relationships/slide" Target="/ppt/slides/slide11.xml" Id="R1bc189f53dab4949" /><Relationship Type="http://schemas.openxmlformats.org/officeDocument/2006/relationships/slide" Target="/ppt/slides/slide12.xml" Id="R4e5396ec2f6f425f" /><Relationship Type="http://schemas.openxmlformats.org/officeDocument/2006/relationships/slide" Target="/ppt/slides/slide13.xml" Id="R56a563d12c5f42bf" /><Relationship Type="http://schemas.openxmlformats.org/officeDocument/2006/relationships/slide" Target="/ppt/slides/slide14.xml" Id="Rca3d37bf76474f27" /><Relationship Type="http://schemas.openxmlformats.org/officeDocument/2006/relationships/slide" Target="/ppt/slides/slide15.xml" Id="R283068580f27475a" /><Relationship Type="http://schemas.openxmlformats.org/officeDocument/2006/relationships/slide" Target="/ppt/slides/slide16.xml" Id="R1a86655739a64bbc" /><Relationship Type="http://schemas.openxmlformats.org/officeDocument/2006/relationships/slide" Target="/ppt/slides/slide17.xml" Id="Rd6a256355f8746b7" /><Relationship Type="http://schemas.openxmlformats.org/officeDocument/2006/relationships/slide" Target="/ppt/slides/slide18.xml" Id="Rc84666d2cfa44239" /><Relationship Type="http://schemas.openxmlformats.org/officeDocument/2006/relationships/slide" Target="/ppt/slides/slide19.xml" Id="Ra1a8c11206084443" /><Relationship Type="http://schemas.openxmlformats.org/officeDocument/2006/relationships/slide" Target="/ppt/slides/slide20.xml" Id="R0c99d7a2fcf24f30" /><Relationship Type="http://schemas.openxmlformats.org/officeDocument/2006/relationships/slide" Target="/ppt/slides/slide21.xml" Id="Rb357552c99f24f81" /><Relationship Type="http://schemas.openxmlformats.org/officeDocument/2006/relationships/slide" Target="/ppt/slides/slide22.xml" Id="Rf4d8b93890b14a45" /><Relationship Type="http://schemas.openxmlformats.org/officeDocument/2006/relationships/slide" Target="/ppt/slides/slide23.xml" Id="Rb0d3e9cde00243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ce0550ab1a0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926c62c3c0497b" /><Relationship Type="http://schemas.openxmlformats.org/officeDocument/2006/relationships/notesMaster" Target="/ppt/notesMasters/notesMaster1.xml" Id="R8ba44cf242b1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f6423cee9b4696" /><Relationship Type="http://schemas.openxmlformats.org/officeDocument/2006/relationships/notesMaster" Target="/ppt/notesMasters/notesMaster1.xml" Id="R19fbedadfc6e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b85241983f4ae1" /><Relationship Type="http://schemas.openxmlformats.org/officeDocument/2006/relationships/notesMaster" Target="/ppt/notesMasters/notesMaster1.xml" Id="Rb5689774759d45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6296fb72ee4c84" /><Relationship Type="http://schemas.openxmlformats.org/officeDocument/2006/relationships/notesMaster" Target="/ppt/notesMasters/notesMaster1.xml" Id="R68f9d87aa83d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59c11c50594850" /><Relationship Type="http://schemas.openxmlformats.org/officeDocument/2006/relationships/notesMaster" Target="/ppt/notesMasters/notesMaster1.xml" Id="Rc1e10aef0b974f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3a5f79d32843c1" /><Relationship Type="http://schemas.openxmlformats.org/officeDocument/2006/relationships/notesMaster" Target="/ppt/notesMasters/notesMaster1.xml" Id="R5a457472c95a41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dc030e11aa406d" /><Relationship Type="http://schemas.openxmlformats.org/officeDocument/2006/relationships/notesMaster" Target="/ppt/notesMasters/notesMaster1.xml" Id="Rc31189885a564f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2b2682b6714def" /><Relationship Type="http://schemas.openxmlformats.org/officeDocument/2006/relationships/notesMaster" Target="/ppt/notesMasters/notesMaster1.xml" Id="R6ef1788222cf44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0045d2046947b9" /><Relationship Type="http://schemas.openxmlformats.org/officeDocument/2006/relationships/notesMaster" Target="/ppt/notesMasters/notesMaster1.xml" Id="R6fb1f31428e14f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78235ee00145a7" /><Relationship Type="http://schemas.openxmlformats.org/officeDocument/2006/relationships/notesMaster" Target="/ppt/notesMasters/notesMaster1.xml" Id="R494706b9ef9f4d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1eb09ae13b4867" /><Relationship Type="http://schemas.openxmlformats.org/officeDocument/2006/relationships/notesMaster" Target="/ppt/notesMasters/notesMaster1.xml" Id="R299208ae23af43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246f26dcae4dc8" /><Relationship Type="http://schemas.openxmlformats.org/officeDocument/2006/relationships/notesMaster" Target="/ppt/notesMasters/notesMaster1.xml" Id="R98d3c8daccf540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05499f5a6b444b" /><Relationship Type="http://schemas.openxmlformats.org/officeDocument/2006/relationships/notesMaster" Target="/ppt/notesMasters/notesMaster1.xml" Id="R2d6724cb49954d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bfac0bdef346f8" /><Relationship Type="http://schemas.openxmlformats.org/officeDocument/2006/relationships/notesMaster" Target="/ppt/notesMasters/notesMaster1.xml" Id="R98259bd2d61f47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37d0241b26472f" /><Relationship Type="http://schemas.openxmlformats.org/officeDocument/2006/relationships/notesMaster" Target="/ppt/notesMasters/notesMaster1.xml" Id="R06f61da230ed49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cf21f5a60f4155" /><Relationship Type="http://schemas.openxmlformats.org/officeDocument/2006/relationships/notesMaster" Target="/ppt/notesMasters/notesMaster1.xml" Id="Ra8fc33ffe9ee4e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157d3564ec46c4" /><Relationship Type="http://schemas.openxmlformats.org/officeDocument/2006/relationships/notesMaster" Target="/ppt/notesMasters/notesMaster1.xml" Id="R80339c3677c740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a01ed09842429b" /><Relationship Type="http://schemas.openxmlformats.org/officeDocument/2006/relationships/notesMaster" Target="/ppt/notesMasters/notesMaster1.xml" Id="Rd144703f9d3a40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5a9ca7bd7947d5" /><Relationship Type="http://schemas.openxmlformats.org/officeDocument/2006/relationships/notesMaster" Target="/ppt/notesMasters/notesMaster1.xml" Id="R2e143ded17f54c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1b89364d22481e" /><Relationship Type="http://schemas.openxmlformats.org/officeDocument/2006/relationships/notesMaster" Target="/ppt/notesMasters/notesMaster1.xml" Id="Rdff1770305f142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7be62aa2574b1f" /><Relationship Type="http://schemas.openxmlformats.org/officeDocument/2006/relationships/notesMaster" Target="/ppt/notesMasters/notesMaster1.xml" Id="Reb61085652e84b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bbf11139134527" /><Relationship Type="http://schemas.openxmlformats.org/officeDocument/2006/relationships/notesMaster" Target="/ppt/notesMasters/notesMaster1.xml" Id="R34dd0daf64b141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62da374d5e4766" /><Relationship Type="http://schemas.openxmlformats.org/officeDocument/2006/relationships/notesMaster" Target="/ppt/notesMasters/notesMaster1.xml" Id="R37f314eb995b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output/evidence/incidents/runtime-regression-report.json</a:t>
            </a:r>
          </a:p>
          <a:p xmlns:a="http://schemas.openxmlformats.org/drawingml/2006/main">
            <a:r>
              <a:t>OJGuard output/evidence/java-runtime-comparison.json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output/evidence/incidents/scenario-summary.json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agentteams/ojguard-team.yaml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backend/app/services/incident_workflow.py</a:t>
            </a:r>
          </a:p>
          <a:p xmlns:a="http://schemas.openxmlformats.org/drawingml/2006/main">
            <a:r>
              <a:t>OJGuard backend/app/services/agent_routing.py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agentteams/ojguard-team.yaml</a:t>
            </a:r>
          </a:p>
          <a:p xmlns:a="http://schemas.openxmlformats.org/drawingml/2006/main">
            <a:r>
              <a:t>OJGuard agents/identities/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materials/Agent_Identity_清单.md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backend/app/api/agent_runs.py</a:t>
            </a:r>
          </a:p>
          <a:p xmlns:a="http://schemas.openxmlformats.org/drawingml/2006/main">
            <a:r>
              <a:t>OJGuard backend/app/services/repository.py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backend/app/services/agent_routing.py</a:t>
            </a:r>
          </a:p>
          <a:p xmlns:a="http://schemas.openxmlformats.org/drawingml/2006/main">
            <a:r>
              <a:t>OJGuard tests/test_agent_runs.py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mcp_server/tools.py</a:t>
            </a:r>
          </a:p>
          <a:p xmlns:a="http://schemas.openxmlformats.org/drawingml/2006/main">
            <a:r>
              <a:t>OJGuard materials/MCP_工具契约与迁移说明.md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tests/test_agentteams_runtime_control.py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materials/Agent_Identity_清单.md</a:t>
            </a:r>
          </a:p>
          <a:p xmlns:a="http://schemas.openxmlformats.org/drawingml/2006/main">
            <a:r>
              <a:t>OJGuard materials/上下文与可观测性说明.md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skills/</a:t>
            </a:r>
          </a:p>
          <a:p xmlns:a="http://schemas.openxmlformats.org/drawingml/2006/main">
            <a:r>
              <a:t>OJGuard mcp_server/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skills/</a:t>
            </a:r>
          </a:p>
          <a:p xmlns:a="http://schemas.openxmlformats.org/drawingml/2006/main">
            <a:r>
              <a:t>OJGuard materials/MCP_工具契约与迁移说明.md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mcp_server/tools.py</a:t>
            </a:r>
          </a:p>
          <a:p xmlns:a="http://schemas.openxmlformats.org/drawingml/2006/main">
            <a:r>
              <a:t>OJGuard materials/MCP_工具契约与迁移说明.md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materials/上下文与可观测性说明.md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materials/提交前检查清单.md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backend/app/domain/incidents.py</a:t>
            </a:r>
          </a:p>
          <a:p xmlns:a="http://schemas.openxmlformats.org/drawingml/2006/main">
            <a:r>
              <a:t>OJGuard tests/test_agentteams_runtime_control.py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27ba811a144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1e6c63528747a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5db7c47c564f1d" /><Relationship Type="http://schemas.openxmlformats.org/officeDocument/2006/relationships/slideLayout" Target="/ppt/slideLayouts/slideLayout1.xml" Id="Re1e18dc6f9c74ab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0c54bfdad5d4ed1" /><Relationship Type="http://schemas.openxmlformats.org/officeDocument/2006/relationships/slideLayout" Target="/ppt/slideLayouts/slideLayout2.xml" Id="R7a6ca7bc2076408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e18dc6f9c74ab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a6ca7bc2076408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64539e55b476b" /><Relationship Type="http://schemas.openxmlformats.org/officeDocument/2006/relationships/notesSlide" Target="/ppt/notesSlides/notesSlide1.xml" Id="Rdbb00ce868e142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042f354954f3f" /><Relationship Type="http://schemas.openxmlformats.org/officeDocument/2006/relationships/notesSlide" Target="/ppt/notesSlides/notesSlide2.xml" Id="Rc1b4d1d1a873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bad050cc8546e5" /><Relationship Type="http://schemas.openxmlformats.org/officeDocument/2006/relationships/notesSlide" Target="/ppt/notesSlides/notesSlide3.xml" Id="Ra3318696aa59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5307f82344e84" /><Relationship Type="http://schemas.openxmlformats.org/officeDocument/2006/relationships/image" Target="/ppt/media/image.jpeg" Id="R9a7bb7c4e8084fdd" /><Relationship Type="http://schemas.openxmlformats.org/officeDocument/2006/relationships/image" Target="/ppt/media/image.svg" Id="R794f153cf4134044" /><Relationship Type="http://schemas.openxmlformats.org/officeDocument/2006/relationships/image" Target="/ppt/media/image2.jpeg" Id="R0f6fbc4fd6394fe3" /><Relationship Type="http://schemas.openxmlformats.org/officeDocument/2006/relationships/image" Target="/ppt/media/image2.svg" Id="Rab7aa1e456b64d96" /><Relationship Type="http://schemas.openxmlformats.org/officeDocument/2006/relationships/notesSlide" Target="/ppt/notesSlides/notesSlide4.xml" Id="Rd516eafd1df44f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4bf3da72d4800" /><Relationship Type="http://schemas.openxmlformats.org/officeDocument/2006/relationships/notesSlide" Target="/ppt/notesSlides/notesSlide5.xml" Id="R1a39e0404f5c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4a2f046d04f3b" /><Relationship Type="http://schemas.openxmlformats.org/officeDocument/2006/relationships/image" Target="/ppt/media/image.jpeg" Id="Rb05f4523e6504c09" /><Relationship Type="http://schemas.openxmlformats.org/officeDocument/2006/relationships/image" Target="/ppt/media/image.svg" Id="R0dbe4cb8fc0a4773" /><Relationship Type="http://schemas.openxmlformats.org/officeDocument/2006/relationships/image" Target="/ppt/media/image2.jpeg" Id="R2e8fcbb8a0e74811" /><Relationship Type="http://schemas.openxmlformats.org/officeDocument/2006/relationships/image" Target="/ppt/media/image2.svg" Id="R86b77ed7159244e1" /><Relationship Type="http://schemas.openxmlformats.org/officeDocument/2006/relationships/notesSlide" Target="/ppt/notesSlides/notesSlide6.xml" Id="R10a719e9724a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af54cb9706412b" /><Relationship Type="http://schemas.openxmlformats.org/officeDocument/2006/relationships/notesSlide" Target="/ppt/notesSlides/notesSlide7.xml" Id="R3680010f2ba2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3d514650244f3" /><Relationship Type="http://schemas.openxmlformats.org/officeDocument/2006/relationships/image" Target="/ppt/media/image3.jpeg" Id="Rf7dbfcf8f6c547c3" /><Relationship Type="http://schemas.openxmlformats.org/officeDocument/2006/relationships/image" Target="/ppt/media/image3.svg" Id="R6d04afecb0b441e9" /><Relationship Type="http://schemas.openxmlformats.org/officeDocument/2006/relationships/notesSlide" Target="/ppt/notesSlides/notesSlide8.xml" Id="R9936b9fda9fd4c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93b3f8dd64325" /><Relationship Type="http://schemas.openxmlformats.org/officeDocument/2006/relationships/image" Target="/ppt/media/image4.jpeg" Id="R08b36a52382f40cd" /><Relationship Type="http://schemas.openxmlformats.org/officeDocument/2006/relationships/image" Target="/ppt/media/image4.svg" Id="R8df4b7c1bc3f4f89" /><Relationship Type="http://schemas.openxmlformats.org/officeDocument/2006/relationships/image" Target="/ppt/media/image.png" Id="R7d73fd42a8ef4a95" /><Relationship Type="http://schemas.openxmlformats.org/officeDocument/2006/relationships/image" Target="/ppt/media/image5.svg" Id="R470eecebcd564a6e" /><Relationship Type="http://schemas.openxmlformats.org/officeDocument/2006/relationships/notesSlide" Target="/ppt/notesSlides/notesSlide9.xml" Id="R4966a413ba6948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91643ff0a4bf9" /><Relationship Type="http://schemas.openxmlformats.org/officeDocument/2006/relationships/notesSlide" Target="/ppt/notesSlides/notesSlide10.xml" Id="Raeb6aac4922542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efbe0b4a84abc" /><Relationship Type="http://schemas.openxmlformats.org/officeDocument/2006/relationships/notesSlide" Target="/ppt/notesSlides/notesSlide11.xml" Id="R42eb495b7b4b4e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c7e03570f47b6" /><Relationship Type="http://schemas.openxmlformats.org/officeDocument/2006/relationships/notesSlide" Target="/ppt/notesSlides/notesSlide12.xml" Id="R23fc172771674e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98a4c2955471f" /><Relationship Type="http://schemas.openxmlformats.org/officeDocument/2006/relationships/notesSlide" Target="/ppt/notesSlides/notesSlide13.xml" Id="R1d41eaf197bf4f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8297061cf42e5" /><Relationship Type="http://schemas.openxmlformats.org/officeDocument/2006/relationships/notesSlide" Target="/ppt/notesSlides/notesSlide14.xml" Id="R40969944239540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c9c0477b44e5e" /><Relationship Type="http://schemas.openxmlformats.org/officeDocument/2006/relationships/notesSlide" Target="/ppt/notesSlides/notesSlide15.xml" Id="R0217cf0b31364f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3b46afeccf49b3" /><Relationship Type="http://schemas.openxmlformats.org/officeDocument/2006/relationships/notesSlide" Target="/ppt/notesSlides/notesSlide16.xml" Id="Ra326d87de9e149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e781d814e43ac" /><Relationship Type="http://schemas.openxmlformats.org/officeDocument/2006/relationships/image" Target="/ppt/media/image2.png" Id="R01e4bc771bf64ea5" /><Relationship Type="http://schemas.openxmlformats.org/officeDocument/2006/relationships/image" Target="/ppt/media/image6.svg" Id="Re92a2ed97c954e50" /><Relationship Type="http://schemas.openxmlformats.org/officeDocument/2006/relationships/notesSlide" Target="/ppt/notesSlides/notesSlide17.xml" Id="R207e45b967ef4a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a7ea6ab254e22" /><Relationship Type="http://schemas.openxmlformats.org/officeDocument/2006/relationships/notesSlide" Target="/ppt/notesSlides/notesSlide18.xml" Id="Rae7ffd23bbaf4e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af155f3914039" /><Relationship Type="http://schemas.openxmlformats.org/officeDocument/2006/relationships/notesSlide" Target="/ppt/notesSlides/notesSlide19.xml" Id="R0b3b6bfb990f47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8ce64fe9ef4665" /><Relationship Type="http://schemas.openxmlformats.org/officeDocument/2006/relationships/notesSlide" Target="/ppt/notesSlides/notesSlide20.xml" Id="R632c3aebadb746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b1a3f99c24bdf" /><Relationship Type="http://schemas.openxmlformats.org/officeDocument/2006/relationships/notesSlide" Target="/ppt/notesSlides/notesSlide21.xml" Id="R030b4834da3a48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9dad80724481d" /><Relationship Type="http://schemas.openxmlformats.org/officeDocument/2006/relationships/notesSlide" Target="/ppt/notesSlides/notesSlide22.xml" Id="R9281e73316f740f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2b47e3dee4cad" /><Relationship Type="http://schemas.openxmlformats.org/officeDocument/2006/relationships/notesSlide" Target="/ppt/notesSlides/notesSlide23.xml" Id="R2bfd5245281940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 | 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让多 Agent 真正驱动事故闭环，而不是事后复述结果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30 秒结论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OJGuard 的核心不是聊天，而是可信处置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业务问题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批量误判会污染成绩与晋级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事故影响必须被精确定界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协同方式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 个 Manager + 6 个 Worker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每个角色拥有独立边界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决策创新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多个合法实验可动态补选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证据不足不会强行推进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失败恢复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PAUSED → 新计划 → 重审批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恢复灰度后才能继续全量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工程底座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AgentRun/Event 全链路留痕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63 项测试与两类证据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三类事故均可重复复现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证据驱动的事故闭环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 · 场景价值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一次运行时回归，可能改写数百人的结果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主演示中错误率从 8.3% 升至 41.4%，影响 703 名候选人与 742 次提交；事故处理必须可复核、可暂停、可恢复。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Java Runner 真实 OK / TLE 对照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bb7c4e8084fdd">
            <a:extLst>
              <a:ext uri="{96DAC541-7B7A-43D3-8B79-37D633B846F1}">
                <asvg:svgBlip xmlns:asvg="http://schemas.microsoft.com/office/drawing/2016/SVG/main" r:embed="R794f153cf41340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fbc4fd6394fe3">
            <a:extLst>
              <a:ext uri="{96DAC541-7B7A-43D3-8B79-37D633B846F1}">
                <asvg:svgBlip xmlns:asvg="http://schemas.microsoft.com/office/drawing/2016/SVG/main" r:embed="Rab7aa1e456b64d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30 秒结论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OJGuard 的核心不是聊天，而是可信处置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业务问题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批量误判会污染成绩与晋级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事故影响必须被精确定界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协同方式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 个 Manager + 6 个 Worker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每个角色拥有独立边界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决策创新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多个合法实验可动态补选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证据不足不会强行推进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失败恢复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PAUSED → 新计划 → 重审批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恢复灰度后才能继续全量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工程底座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AgentRun/Event 全链路留痕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63 项测试与两类证据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三类事故均可重复复现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泛化与差异化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同一闭环覆盖三类 OJ 事故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运行时回归、节点退化和 Checker 缺陷共享状态机与证据契约；核心差异是受控执行和可验证结果。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三类场景覆盖率 100% · 可迁移多种 OJ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f4523e6504c09">
            <a:extLst>
              <a:ext uri="{96DAC541-7B7A-43D3-8B79-37D633B846F1}">
                <asvg:svgBlip xmlns:asvg="http://schemas.microsoft.com/office/drawing/2016/SVG/main" r:embed="R0dbe4cb8fc0a47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fcbb8a0e74811">
            <a:extLst>
              <a:ext uri="{96DAC541-7B7A-43D3-8B79-37D633B846F1}">
                <asvg:svgBlip xmlns:asvg="http://schemas.microsoft.com/office/drawing/2016/SVG/main" r:embed="R86b77ed7159244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协同不是堆角色，而是分离决策权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系统总览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负责决策，确定性工具负责事实与执行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信号进入统一 IncidentContext；Manager 只从合法 RouteOption 中选择下一步，状态机校验每次 Worker、MCP、审批和重评结果。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bfcf8f6c547c3">
            <a:extLst>
              <a:ext uri="{96DAC541-7B7A-43D3-8B79-37D633B846F1}">
                <asvg:svgBlip xmlns:asvg="http://schemas.microsoft.com/office/drawing/2016/SVG/main" r:embed="R6d04afecb0b441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Agent Identity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Manager 编排 6 个专职 Worker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Manager 决定“下一步调用谁”；Worker 只在能力边界内调用工具；确定性状态机拥有最终推进权，高风险动作由人工审批。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36a52382f40cd">
            <a:extLst>
              <a:ext uri="{96DAC541-7B7A-43D3-8B79-37D633B846F1}">
                <asvg:svgBlip xmlns:asvg="http://schemas.microsoft.com/office/drawing/2016/SVG/main" r:embed="R8df4b7c1bc3f4f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3fd42a8ef4a95">
            <a:extLst>
              <a:ext uri="{96DAC541-7B7A-43D3-8B79-37D633B846F1}">
                <asvg:svgBlip xmlns:asvg="http://schemas.microsoft.com/office/drawing/2016/SVG/main" r:embed="R470eecebcd564a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为什么不能只有一个 Agent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六类责任需要彼此制衡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信息整合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Signal Worker 只处理信号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不直接决定根因或重评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实验设计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Root Cause 提出竞争实验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不拥有批量执行权限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范围冻结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Impact Worker 计算影响集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范围哈希进入后续计划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处置规划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Planner 生成版本化计划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失败后创建 revision 2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受控执行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Executor 只执行获批批次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幂等键阻止重复重评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独立验证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Verifier 不复用执行结论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覆盖与边界必须重算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可观测协同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AgentRun / Event 还原整条决策链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运行快照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AgentRun 保存状态与模型计数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支持按事故查询最新运行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顺序事件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sequence 单调递增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事件 ID 幂等防止重复写入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路由证据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记录 action / worker / reason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同时保存候选与证据引用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执行证据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Worker、工具和状态分别留痕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失败、暂停与恢复均可查询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人工门禁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审批事件独立保存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技术、业务与关闭职责可审计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实时消费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快照、增量 API 与 SSE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便于接入监控和评测平台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动态路由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RouteOption 让下一步由现场证据决定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状态约束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当前状态生成合法动作集合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非法跨阶段路由会被拒绝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多候选实验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每类事故生成 3 个候选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Manager 选择最有信息量者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Worker 绑定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动作绑定专职 Agent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避免角色越权和职责漂移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证据引用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每个决定携带 evidence refs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结果可回溯至假设与批次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预期结果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路由声明 expected result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便于判断实验是否充分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失败动作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统一 failure_action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异常转人工或进入恢复链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工具接入契约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12 个 MCP 工具提供确定性事实与受控动作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信号与部署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signal + deployment tools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读取异常分布与变更记录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假设与重放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hypotheses / candidates / replay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支持多实验和明确结果状态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题包审计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problem package audit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检查 Checker、数据与配置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影响定界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candidate / submission scope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冻结集合并生成 SHA-256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计划与审批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plan + approval tools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计划版本与审批对象绑定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执行与验证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batch / verify / report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幂等重评与独立一致性检查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失败恢复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灰度失败触发新计划，而不是原地重试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发现异常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canary 出现结果不一致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批次记录失败原因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立即暂停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事故进入 PAUSED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阻止后续全量执行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回滚失败批次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旧 canary 标记 ROLLED_BACK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保存替代批次关系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计划升级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创建 remediation revision 2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显式 supersedes revision 1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审批失效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旧技术审批自动 REVOKED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新计划必须重新批准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恢复执行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canary_retry → bulk → verify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最终覆盖率重新计算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 · 为什么现有方法不够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普通告警平台与单轮问答无法完成可信重评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信号割裂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告警、日志、投诉彼此分散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缺少统一 IncidentContext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根因武断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一次分析直接给出唯一答案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没有竞争假设与补充实验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事后复核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 只解释已完成结果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没有驱动任务与状态推进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盲目重试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灰度失败后原计划重跑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没有回滚、版本与重审批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证据缺口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无法还原谁在何时做了什么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缺少顺序事件与决策依据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执行越权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建议与高风险动作混在一起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缺少人工门禁和最小权限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与 MCP：把经验沉淀成基础设施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任务能力抽象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 Skill 覆盖调查、处置与核验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 Skill 定义输入输出、依赖、失败处理、安全边界、幂等键、验收标准和协作关系。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4bc771bf64ea5">
            <a:extLst>
              <a:ext uri="{96DAC541-7B7A-43D3-8B79-37D633B846F1}">
                <asvg:svgBlip xmlns:asvg="http://schemas.microsoft.com/office/drawing/2016/SVG/main" r:embed="Re92a2ed97c954e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工具接入契约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12 个 MCP 工具提供确定性事实与受控动作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信号与部署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signal + deployment tools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读取异常分布与变更记录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假设与重放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hypotheses / candidates / replay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支持多实验和明确结果状态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题包审计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problem package audit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检查 Checker、数据与配置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影响定界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candidate / submission scope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冻结集合并生成 SHA-256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计划与审批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plan + approval tools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计划版本与审批对象绑定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执行与验证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batch / verify / report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幂等重评与独立一致性检查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上下文增强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当前能力可运行，RAG 作为可替换扩展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共享上下文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IncidentContext 贯穿全流程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保存状态、范围、计划与证据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历史记忆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AgentRun/Event 提供事件历史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支持按序恢复与增量消费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封装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检索与工具结果写回上下文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 不依赖隐式聊天记忆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确定性事实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SQL、Runner、MCP 作为事实源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模型不替代数值与状态判断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RAG 边界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保留知识检索适配器契约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当前不宣称已实现知识库 RAG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迁移路径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可接 Runbook 与历史事故库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无需改写 Agent/Skill 协作链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工程落地与可验证证据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 · 可运行实现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从浏览器工作台到受控重评执行器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业务前端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Vue 3 事故工作台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总览、详情、审批与重评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服务后端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FastAPI + 领域状态机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事故、路由、事件和报告 API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数据台账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SQLite 可审计存储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状态、审批、批次与 Agent 事件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Infra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AgentTeams + 9 Skills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12 个 MCP 工具受状态约束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执行证据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Java Runner + 固定种子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 OK/TLE 与三类事故报告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质量门禁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63 tests + Ruff + build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秘密扫描与提交包审计通过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共同事实源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事故状态机把协作从对话变成工程流程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发现与分诊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DETECTED → TRIAGING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聚合告警并建立事故上下文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调查与定界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INVESTIGATING → IMPACT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实验不足时停留调查态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计划与审批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PLANNING → APPROVAL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冻结范围并建立执行计划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受控执行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EXECUTING / PAUSED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灰度失败立即暂停与回滚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独立核验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VERIFYING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检查覆盖、重复、遗漏和越界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可信关闭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RESOLVED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只有全部断言通过才能关闭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30 秒结论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OJGuard 的核心不是聊天，而是可信处置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业务问题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批量误判会污染成绩与晋级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事故影响必须被精确定界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协同方式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 个 Manager + 6 个 Worker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每个角色拥有独立边界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决策创新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多个合法实验可动态补选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证据不足不会强行推进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失败恢复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PAUSED → 新计划 → 重审批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恢复灰度后才能继续全量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工程底座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AgentRun/Event 全链路留痕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63 项测试与两类证据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三类事故均可重复复现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2026-08-03T07:52:42.6500000Z</dcterms:created>
  <dcterms:modified xsi:type="dcterms:W3CDTF">2026-08-03T07:52:42.6500000Z</dcterms:modified>
</coreProperties>
</file>