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0677824b94fbf" /><Relationship Type="http://schemas.openxmlformats.org/officeDocument/2006/relationships/extended-properties" Target="/docProps/app.xml" Id="Rfb6a2ad93b9a4b89" /><Relationship Type="http://schemas.openxmlformats.org/officeDocument/2006/relationships/officeDocument" Target="/ppt/presentation.xml" Id="R9308f10a2b1546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d4aff703df4cd8"/>
    <p:sldMasterId xmlns:r="http://schemas.openxmlformats.org/officeDocument/2006/relationships" id="2147483650" r:id="Rc7ad0d5d0e3a4ddc"/>
  </p:sldMasterIdLst>
  <p:notesMasterIdLst>
    <p:notesMasterId xmlns:r="http://schemas.openxmlformats.org/officeDocument/2006/relationships" r:id="R1db8b61816d1463d"/>
  </p:notesMasterIdLst>
  <p:sldIdLst>
    <p:sldId xmlns:r="http://schemas.openxmlformats.org/officeDocument/2006/relationships" id="256" r:id="Re7ede31cb536490c"/>
    <p:sldId xmlns:r="http://schemas.openxmlformats.org/officeDocument/2006/relationships" id="257" r:id="R0974be257d144fe9"/>
    <p:sldId xmlns:r="http://schemas.openxmlformats.org/officeDocument/2006/relationships" id="258" r:id="Rb43ed31397244b32"/>
    <p:sldId xmlns:r="http://schemas.openxmlformats.org/officeDocument/2006/relationships" id="259" r:id="R0d45b4782d3b46d6"/>
    <p:sldId xmlns:r="http://schemas.openxmlformats.org/officeDocument/2006/relationships" id="260" r:id="R1194fe1a7b5a4d02"/>
    <p:sldId xmlns:r="http://schemas.openxmlformats.org/officeDocument/2006/relationships" id="261" r:id="Rd1a83d816dad4b1b"/>
    <p:sldId xmlns:r="http://schemas.openxmlformats.org/officeDocument/2006/relationships" id="262" r:id="R67ce165b91124521"/>
    <p:sldId xmlns:r="http://schemas.openxmlformats.org/officeDocument/2006/relationships" id="263" r:id="Ra71cd063790d4b1d"/>
    <p:sldId xmlns:r="http://schemas.openxmlformats.org/officeDocument/2006/relationships" id="264" r:id="Rc4973ef534044d9c"/>
    <p:sldId xmlns:r="http://schemas.openxmlformats.org/officeDocument/2006/relationships" id="265" r:id="Rc2f285bcf18245f5"/>
    <p:sldId xmlns:r="http://schemas.openxmlformats.org/officeDocument/2006/relationships" id="266" r:id="Ra498f14d4f934092"/>
    <p:sldId xmlns:r="http://schemas.openxmlformats.org/officeDocument/2006/relationships" id="267" r:id="R60d139b5ac834831"/>
    <p:sldId xmlns:r="http://schemas.openxmlformats.org/officeDocument/2006/relationships" id="268" r:id="R8df0c28437b74ddf"/>
    <p:sldId xmlns:r="http://schemas.openxmlformats.org/officeDocument/2006/relationships" id="269" r:id="R45bc7c83634c483a"/>
    <p:sldId xmlns:r="http://schemas.openxmlformats.org/officeDocument/2006/relationships" id="270" r:id="Re90c07ccaab04cb0"/>
    <p:sldId xmlns:r="http://schemas.openxmlformats.org/officeDocument/2006/relationships" id="271" r:id="R21f5e5e06a044ef8"/>
    <p:sldId xmlns:r="http://schemas.openxmlformats.org/officeDocument/2006/relationships" id="272" r:id="Rae2e45856ee94f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e7e70f43f849b6" /><Relationship Type="http://schemas.openxmlformats.org/officeDocument/2006/relationships/slideMaster" Target="/ppt/slideMasters/slideMaster1.xml" Id="R56d4aff703df4cd8" /><Relationship Type="http://schemas.openxmlformats.org/officeDocument/2006/relationships/slideMaster" Target="/ppt/slideMasters/slideMaster2.xml" Id="Rc7ad0d5d0e3a4ddc" /><Relationship Type="http://schemas.openxmlformats.org/officeDocument/2006/relationships/notesMaster" Target="/ppt/notesMasters/notesMaster1.xml" Id="R1db8b61816d1463d" /><Relationship Type="http://schemas.openxmlformats.org/officeDocument/2006/relationships/presProps" Target="/ppt/presProps.xml" Id="R78b872b91fa64785" /><Relationship Type="http://schemas.openxmlformats.org/officeDocument/2006/relationships/viewProps" Target="/ppt/viewProps.xml" Id="Re1c39f390b0046f1" /><Relationship Type="http://schemas.openxmlformats.org/officeDocument/2006/relationships/tableStyles" Target="/ppt/tableStyles.xml" Id="Rf0113fa741ff4a7c" /><Relationship Type="http://schemas.openxmlformats.org/officeDocument/2006/relationships/slide" Target="/ppt/slides/slide1.xml" Id="Re7ede31cb536490c" /><Relationship Type="http://schemas.openxmlformats.org/officeDocument/2006/relationships/slide" Target="/ppt/slides/slide2.xml" Id="R0974be257d144fe9" /><Relationship Type="http://schemas.openxmlformats.org/officeDocument/2006/relationships/slide" Target="/ppt/slides/slide3.xml" Id="Rb43ed31397244b32" /><Relationship Type="http://schemas.openxmlformats.org/officeDocument/2006/relationships/slide" Target="/ppt/slides/slide4.xml" Id="R0d45b4782d3b46d6" /><Relationship Type="http://schemas.openxmlformats.org/officeDocument/2006/relationships/slide" Target="/ppt/slides/slide5.xml" Id="R1194fe1a7b5a4d02" /><Relationship Type="http://schemas.openxmlformats.org/officeDocument/2006/relationships/slide" Target="/ppt/slides/slide6.xml" Id="Rd1a83d816dad4b1b" /><Relationship Type="http://schemas.openxmlformats.org/officeDocument/2006/relationships/slide" Target="/ppt/slides/slide7.xml" Id="R67ce165b91124521" /><Relationship Type="http://schemas.openxmlformats.org/officeDocument/2006/relationships/slide" Target="/ppt/slides/slide8.xml" Id="Ra71cd063790d4b1d" /><Relationship Type="http://schemas.openxmlformats.org/officeDocument/2006/relationships/slide" Target="/ppt/slides/slide9.xml" Id="Rc4973ef534044d9c" /><Relationship Type="http://schemas.openxmlformats.org/officeDocument/2006/relationships/slide" Target="/ppt/slides/slide10.xml" Id="Rc2f285bcf18245f5" /><Relationship Type="http://schemas.openxmlformats.org/officeDocument/2006/relationships/slide" Target="/ppt/slides/slide11.xml" Id="Ra498f14d4f934092" /><Relationship Type="http://schemas.openxmlformats.org/officeDocument/2006/relationships/slide" Target="/ppt/slides/slide12.xml" Id="R60d139b5ac834831" /><Relationship Type="http://schemas.openxmlformats.org/officeDocument/2006/relationships/slide" Target="/ppt/slides/slide13.xml" Id="R8df0c28437b74ddf" /><Relationship Type="http://schemas.openxmlformats.org/officeDocument/2006/relationships/slide" Target="/ppt/slides/slide14.xml" Id="R45bc7c83634c483a" /><Relationship Type="http://schemas.openxmlformats.org/officeDocument/2006/relationships/slide" Target="/ppt/slides/slide15.xml" Id="Re90c07ccaab04cb0" /><Relationship Type="http://schemas.openxmlformats.org/officeDocument/2006/relationships/slide" Target="/ppt/slides/slide16.xml" Id="R21f5e5e06a044ef8" /><Relationship Type="http://schemas.openxmlformats.org/officeDocument/2006/relationships/slide" Target="/ppt/slides/slide17.xml" Id="Rae2e45856ee9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e5b24244a1a41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b362abe6124365" /><Relationship Type="http://schemas.openxmlformats.org/officeDocument/2006/relationships/notesMaster" Target="/ppt/notesMasters/notesMaster1.xml" Id="R3ee029c6930c4d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54b60d81aa473a" /><Relationship Type="http://schemas.openxmlformats.org/officeDocument/2006/relationships/notesMaster" Target="/ppt/notesMasters/notesMaster1.xml" Id="Rf9adfdda349f4b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4f9377ef241e2" /><Relationship Type="http://schemas.openxmlformats.org/officeDocument/2006/relationships/notesMaster" Target="/ppt/notesMasters/notesMaster1.xml" Id="R31d0a3c11fe8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a1cb9279394c60" /><Relationship Type="http://schemas.openxmlformats.org/officeDocument/2006/relationships/notesMaster" Target="/ppt/notesMasters/notesMaster1.xml" Id="R6355b974999c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8b11f23d9d475e" /><Relationship Type="http://schemas.openxmlformats.org/officeDocument/2006/relationships/notesMaster" Target="/ppt/notesMasters/notesMaster1.xml" Id="R9d0a241ec13e42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5f73af61d1439d" /><Relationship Type="http://schemas.openxmlformats.org/officeDocument/2006/relationships/notesMaster" Target="/ppt/notesMasters/notesMaster1.xml" Id="R3a1c388a64a649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786a1cb8a4717" /><Relationship Type="http://schemas.openxmlformats.org/officeDocument/2006/relationships/notesMaster" Target="/ppt/notesMasters/notesMaster1.xml" Id="R30d98a47e4b443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05e34231444570" /><Relationship Type="http://schemas.openxmlformats.org/officeDocument/2006/relationships/notesMaster" Target="/ppt/notesMasters/notesMaster1.xml" Id="R2c3226bf113142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5e3f0d02f34c7e" /><Relationship Type="http://schemas.openxmlformats.org/officeDocument/2006/relationships/notesMaster" Target="/ppt/notesMasters/notesMaster1.xml" Id="Rce8e284a312742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e57b57393b48de" /><Relationship Type="http://schemas.openxmlformats.org/officeDocument/2006/relationships/notesMaster" Target="/ppt/notesMasters/notesMaster1.xml" Id="R14f58debf8ea4f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aa68705cb74380" /><Relationship Type="http://schemas.openxmlformats.org/officeDocument/2006/relationships/notesMaster" Target="/ppt/notesMasters/notesMaster1.xml" Id="Rd1d9b5330f714a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c6746571e4ed7" /><Relationship Type="http://schemas.openxmlformats.org/officeDocument/2006/relationships/notesMaster" Target="/ppt/notesMasters/notesMaster1.xml" Id="Rb9cf27b5cd0849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74632e79154f46" /><Relationship Type="http://schemas.openxmlformats.org/officeDocument/2006/relationships/notesMaster" Target="/ppt/notesMasters/notesMaster1.xml" Id="R4961a32bb3ae4e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45868e210743ee" /><Relationship Type="http://schemas.openxmlformats.org/officeDocument/2006/relationships/notesMaster" Target="/ppt/notesMasters/notesMaster1.xml" Id="Ra42694e06c524c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f79f45ae5a414d" /><Relationship Type="http://schemas.openxmlformats.org/officeDocument/2006/relationships/notesMaster" Target="/ppt/notesMasters/notesMaster1.xml" Id="Ra0d57146fd9646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a9d3b991e44a28" /><Relationship Type="http://schemas.openxmlformats.org/officeDocument/2006/relationships/notesMaster" Target="/ppt/notesMasters/notesMaster1.xml" Id="Re4a35f326a7a46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f7a9d9c8f74399" /><Relationship Type="http://schemas.openxmlformats.org/officeDocument/2006/relationships/notesMaster" Target="/ppt/notesMasters/notesMaster1.xml" Id="R56c360133da4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914f79cb54f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b63d49ed964c7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b9e7a33a6c4bf5" /><Relationship Type="http://schemas.openxmlformats.org/officeDocument/2006/relationships/slideLayout" Target="/ppt/slideLayouts/slideLayout1.xml" Id="Rdca4be874d314e2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836b03cb13845f4" /><Relationship Type="http://schemas.openxmlformats.org/officeDocument/2006/relationships/slideLayout" Target="/ppt/slideLayouts/slideLayout2.xml" Id="R3359df0287a244f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4be874d314e2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359df0287a244f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3e95c867548e8" /><Relationship Type="http://schemas.openxmlformats.org/officeDocument/2006/relationships/notesSlide" Target="/ppt/notesSlides/notesSlide1.xml" Id="Rc51e1c320c99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e63f1945f4175" /><Relationship Type="http://schemas.openxmlformats.org/officeDocument/2006/relationships/notesSlide" Target="/ppt/notesSlides/notesSlide2.xml" Id="Rf404ef3eb6e04b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a55efd20f414b" /><Relationship Type="http://schemas.openxmlformats.org/officeDocument/2006/relationships/notesSlide" Target="/ppt/notesSlides/notesSlide3.xml" Id="Radb92d48c36d4a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1275406104296" /><Relationship Type="http://schemas.openxmlformats.org/officeDocument/2006/relationships/notesSlide" Target="/ppt/notesSlides/notesSlide4.xml" Id="R363d28424b78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ed5140f074b67" /><Relationship Type="http://schemas.openxmlformats.org/officeDocument/2006/relationships/image" Target="/ppt/media/image.png" Id="Rb59f1243e7a74a3c" /><Relationship Type="http://schemas.openxmlformats.org/officeDocument/2006/relationships/image" Target="/ppt/media/image.svg" Id="Rb76c0fa446244143" /><Relationship Type="http://schemas.openxmlformats.org/officeDocument/2006/relationships/image" Target="/ppt/media/image2.png" Id="Rafe34b305c2d4e21" /><Relationship Type="http://schemas.openxmlformats.org/officeDocument/2006/relationships/image" Target="/ppt/media/image2.svg" Id="R0213e74a1893419b" /><Relationship Type="http://schemas.openxmlformats.org/officeDocument/2006/relationships/notesSlide" Target="/ppt/notesSlides/notesSlide5.xml" Id="R62c4659f2fbc49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74bc046fd4171" /><Relationship Type="http://schemas.openxmlformats.org/officeDocument/2006/relationships/notesSlide" Target="/ppt/notesSlides/notesSlide6.xml" Id="R40b6654a8fed44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97b796ccc4c10" /><Relationship Type="http://schemas.openxmlformats.org/officeDocument/2006/relationships/image" Target="/ppt/media/image3.png" Id="R552e40f1908d4ad7" /><Relationship Type="http://schemas.openxmlformats.org/officeDocument/2006/relationships/image" Target="/ppt/media/image3.svg" Id="R6075512e1d4b4633" /><Relationship Type="http://schemas.openxmlformats.org/officeDocument/2006/relationships/notesSlide" Target="/ppt/notesSlides/notesSlide7.xml" Id="R096f36150b304c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007caed25436a" /><Relationship Type="http://schemas.openxmlformats.org/officeDocument/2006/relationships/notesSlide" Target="/ppt/notesSlides/notesSlide8.xml" Id="Re3df4b8b11af47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5f30ed63e4e2c" /><Relationship Type="http://schemas.openxmlformats.org/officeDocument/2006/relationships/image" Target="/ppt/media/image4.png" Id="R7d316c59bfc54073" /><Relationship Type="http://schemas.openxmlformats.org/officeDocument/2006/relationships/image" Target="/ppt/media/image4.svg" Id="R9ab1097722384a2c" /><Relationship Type="http://schemas.openxmlformats.org/officeDocument/2006/relationships/image" Target="/ppt/media/image5.png" Id="R54b8ef8f8bc14903" /><Relationship Type="http://schemas.openxmlformats.org/officeDocument/2006/relationships/image" Target="/ppt/media/image5.svg" Id="R493d9f204f594d3b" /><Relationship Type="http://schemas.openxmlformats.org/officeDocument/2006/relationships/notesSlide" Target="/ppt/notesSlides/notesSlide9.xml" Id="Rf93db34dea5540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89c10664cb40d0" /><Relationship Type="http://schemas.openxmlformats.org/officeDocument/2006/relationships/notesSlide" Target="/ppt/notesSlides/notesSlide10.xml" Id="R5b9b7273d8b748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44f7aecff4a5e" /><Relationship Type="http://schemas.openxmlformats.org/officeDocument/2006/relationships/image" Target="/ppt/media/image6.png" Id="R30c56f9ec2084dd7" /><Relationship Type="http://schemas.openxmlformats.org/officeDocument/2006/relationships/image" Target="/ppt/media/image6.svg" Id="Rfa6cc4632c16479c" /><Relationship Type="http://schemas.openxmlformats.org/officeDocument/2006/relationships/notesSlide" Target="/ppt/notesSlides/notesSlide11.xml" Id="Rc51f9a3910a446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2ad866e45c4bff" /><Relationship Type="http://schemas.openxmlformats.org/officeDocument/2006/relationships/notesSlide" Target="/ppt/notesSlides/notesSlide12.xml" Id="R2b4811156d2d48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5b1050764c5b" /><Relationship Type="http://schemas.openxmlformats.org/officeDocument/2006/relationships/image" Target="/ppt/media/image.jpeg" Id="Ra835c0da1cde469d" /><Relationship Type="http://schemas.openxmlformats.org/officeDocument/2006/relationships/image" Target="/ppt/media/image2.jpeg" Id="R170ed41c45414b9b" /><Relationship Type="http://schemas.openxmlformats.org/officeDocument/2006/relationships/image" Target="/ppt/media/image3.jpeg" Id="R76d3efa43d4444bc" /><Relationship Type="http://schemas.openxmlformats.org/officeDocument/2006/relationships/image" Target="/ppt/media/image7.png" Id="Rb7e9e34f06264d0c" /><Relationship Type="http://schemas.openxmlformats.org/officeDocument/2006/relationships/image" Target="/ppt/media/image7.svg" Id="Ref857fa9777f4418" /><Relationship Type="http://schemas.openxmlformats.org/officeDocument/2006/relationships/notesSlide" Target="/ppt/notesSlides/notesSlide13.xml" Id="R30ae7a471e0748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9a777d91c4fbc" /><Relationship Type="http://schemas.openxmlformats.org/officeDocument/2006/relationships/notesSlide" Target="/ppt/notesSlides/notesSlide14.xml" Id="R431e67344abe46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0fb60b7624395" /><Relationship Type="http://schemas.openxmlformats.org/officeDocument/2006/relationships/notesSlide" Target="/ppt/notesSlides/notesSlide15.xml" Id="Rcce012d84e6f4a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1da09147248d9" /><Relationship Type="http://schemas.openxmlformats.org/officeDocument/2006/relationships/notesSlide" Target="/ppt/notesSlides/notesSlide16.xml" Id="Rde3d7d5055bb43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6c39ba8424f2b" /><Relationship Type="http://schemas.openxmlformats.org/officeDocument/2006/relationships/image" Target="/ppt/media/image4.jpeg" Id="R82960953624f4ff5" /><Relationship Type="http://schemas.openxmlformats.org/officeDocument/2006/relationships/image" Target="/ppt/media/image8.png" Id="R528f06c9aae94691" /><Relationship Type="http://schemas.openxmlformats.org/officeDocument/2006/relationships/image" Target="/ppt/media/image8.svg" Id="R523ba770df2041b0" /><Relationship Type="http://schemas.openxmlformats.org/officeDocument/2006/relationships/notesSlide" Target="/ppt/notesSlides/notesSlide17.xml" Id="R5091916de3f34a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三类场景与运行证据均可复现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f1243e7a74a3c">
            <a:extLst>
              <a:ext uri="{96DAC541-7B7A-43D3-8B79-37D633B846F1}">
                <asvg:svgBlip xmlns:asvg="http://schemas.microsoft.com/office/drawing/2016/SVG/main" r:embed="Rb76c0fa4462441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34b305c2d4e21">
            <a:extLst>
              <a:ext uri="{96DAC541-7B7A-43D3-8B79-37D633B846F1}">
                <asvg:svgBlip xmlns:asvg="http://schemas.microsoft.com/office/drawing/2016/SVG/main" r:embed="R0213e74a189341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从异常信号到 RESOLVED：Agent 负责协同与解释，确定性工具负责事实与执行。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e40f1908d4ad7">
            <a:extLst>
              <a:ext uri="{96DAC541-7B7A-43D3-8B79-37D633B846F1}">
                <asvg:svgBlip xmlns:asvg="http://schemas.microsoft.com/office/drawing/2016/SVG/main" r:embed="R6075512e1d4b46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Team Leader 编排 6 个专职 Worker；共享事故状态，证据冲突则回退，高风险执行必须经过人工批准。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16c59bfc54073">
            <a:extLst>
              <a:ext uri="{96DAC541-7B7A-43D3-8B79-37D633B846F1}">
                <asvg:svgBlip xmlns:asvg="http://schemas.microsoft.com/office/drawing/2016/SVG/main" r:embed="R9ab1097722384a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8ef8f8bc14903">
            <a:extLst>
              <a:ext uri="{96DAC541-7B7A-43D3-8B79-37D633B846F1}">
                <asvg:svgBlip xmlns:asvg="http://schemas.microsoft.com/office/drawing/2016/SVG/main" r:embed="R493d9f204f594d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Skill 统一声明输入输出、依赖、失败处理与审批边界；12 个 MCP 工具提供可测试的确定性事实与动作。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56f9ec2084dd7">
            <a:extLst>
              <a:ext uri="{96DAC541-7B7A-43D3-8B79-37D633B846F1}">
                <asvg:svgBlip xmlns:asvg="http://schemas.microsoft.com/office/drawing/2016/SVG/main" r:embed="Rfa6cc4632c1647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Java Runner 对照、审批轨迹、分批重评与关闭核验共同组成可审计证据；报告可导出 JSON / HTML。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5c0da1cde469d"/>
          <a:stretch xmlns:a="http://schemas.openxmlformats.org/drawingml/2006/main"/>
        </p:blipFill>
        <p:spPr>
          <a:xfrm xmlns:a="http://schemas.openxmlformats.org/drawingml/2006/main">
            <a:off x="2108200" y="1990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ed41c45414b9b"/>
          <a:stretch xmlns:a="http://schemas.openxmlformats.org/drawingml/2006/main"/>
        </p:blipFill>
        <p:spPr>
          <a:xfrm xmlns:a="http://schemas.openxmlformats.org/drawingml/2006/main">
            <a:off x="6185535" y="1996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3efa43d4444bc"/>
          <a:stretch xmlns:a="http://schemas.openxmlformats.org/drawingml/2006/main"/>
        </p:blipFill>
        <p:spPr>
          <a:xfrm xmlns:a="http://schemas.openxmlformats.org/drawingml/2006/main">
            <a:off x="2108537" y="4288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9e34f06264d0c">
            <a:extLst>
              <a:ext uri="{96DAC541-7B7A-43D3-8B79-37D633B846F1}">
                <asvg:svgBlip xmlns:asvg="http://schemas.microsoft.com/office/drawing/2016/SVG/main" r:embed="Ref857fa9777f44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Docker Compose 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Runner、AgentTeams、事故报告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均随提交附件提供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创建事故 → 角色审批 → 控制组 → 灰度 → 全量重评 → 关闭核验；浏览器端已完成全链路实测。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60953624f4ff5"/>
          <a:stretch xmlns:a="http://schemas.openxmlformats.org/drawingml/2006/main"/>
        </p:blipFill>
        <p:spPr>
          <a:xfrm xmlns:a="http://schemas.openxmlformats.org/drawingml/2006/main">
            <a:off x="929640" y="2330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f06c9aae94691">
            <a:extLst>
              <a:ext uri="{96DAC541-7B7A-43D3-8B79-37D633B846F1}">
                <asvg:svgBlip xmlns:asvg="http://schemas.microsoft.com/office/drawing/2016/SVG/main" r:embed="R523ba770df2041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2026-08-02T16:14:43.5030000Z</dcterms:created>
  <dcterms:modified xsi:type="dcterms:W3CDTF">2026-08-02T16:14:43.5030000Z</dcterms:modified>
</coreProperties>
</file>