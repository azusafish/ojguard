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Masters/slideMaster2.xml" ContentType="application/vnd.openxmlformats-officedocument.presentationml.slideMaster+xml"/>
  <Override PartName="/ppt/slideMasters/theme/theme3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4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c3b579dff741ca" /><Relationship Type="http://schemas.openxmlformats.org/officeDocument/2006/relationships/extended-properties" Target="/docProps/app.xml" Id="R6be87b7efd114dc7" /><Relationship Type="http://schemas.openxmlformats.org/officeDocument/2006/relationships/officeDocument" Target="/ppt/presentation.xml" Id="R6bc54546bf994b3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8814185e254731"/>
    <p:sldMasterId xmlns:r="http://schemas.openxmlformats.org/officeDocument/2006/relationships" id="2147483650" r:id="R3bc32a8c51be4be0"/>
  </p:sldMasterIdLst>
  <p:notesMasterIdLst>
    <p:notesMasterId xmlns:r="http://schemas.openxmlformats.org/officeDocument/2006/relationships" r:id="R4481465316344283"/>
  </p:notesMasterIdLst>
  <p:sldIdLst>
    <p:sldId xmlns:r="http://schemas.openxmlformats.org/officeDocument/2006/relationships" id="256" r:id="Ree761ee5ca4f4989"/>
    <p:sldId xmlns:r="http://schemas.openxmlformats.org/officeDocument/2006/relationships" id="257" r:id="Ra0d78e6fd26d4483"/>
    <p:sldId xmlns:r="http://schemas.openxmlformats.org/officeDocument/2006/relationships" id="258" r:id="R884b61933bdf4f14"/>
    <p:sldId xmlns:r="http://schemas.openxmlformats.org/officeDocument/2006/relationships" id="259" r:id="R1f9a3a30be754a7a"/>
    <p:sldId xmlns:r="http://schemas.openxmlformats.org/officeDocument/2006/relationships" id="260" r:id="Ra831aef8d7b442de"/>
    <p:sldId xmlns:r="http://schemas.openxmlformats.org/officeDocument/2006/relationships" id="261" r:id="R446a350d8b72468a"/>
    <p:sldId xmlns:r="http://schemas.openxmlformats.org/officeDocument/2006/relationships" id="262" r:id="Rafe3141739ab4659"/>
    <p:sldId xmlns:r="http://schemas.openxmlformats.org/officeDocument/2006/relationships" id="263" r:id="Re82643ab304f4ca0"/>
    <p:sldId xmlns:r="http://schemas.openxmlformats.org/officeDocument/2006/relationships" id="264" r:id="Rdf4ed2273401498f"/>
    <p:sldId xmlns:r="http://schemas.openxmlformats.org/officeDocument/2006/relationships" id="265" r:id="R683000fe499a4be8"/>
    <p:sldId xmlns:r="http://schemas.openxmlformats.org/officeDocument/2006/relationships" id="266" r:id="Rdea2b89d68ae4fba"/>
    <p:sldId xmlns:r="http://schemas.openxmlformats.org/officeDocument/2006/relationships" id="267" r:id="Rac3e8f0df5f244c7"/>
    <p:sldId xmlns:r="http://schemas.openxmlformats.org/officeDocument/2006/relationships" id="268" r:id="R8553b98d0c1f4871"/>
    <p:sldId xmlns:r="http://schemas.openxmlformats.org/officeDocument/2006/relationships" id="269" r:id="Re5974dce14ad41dd"/>
    <p:sldId xmlns:r="http://schemas.openxmlformats.org/officeDocument/2006/relationships" id="270" r:id="R80e3f94d65d44827"/>
    <p:sldId xmlns:r="http://schemas.openxmlformats.org/officeDocument/2006/relationships" id="271" r:id="R1c51f794b14346dd"/>
    <p:sldId xmlns:r="http://schemas.openxmlformats.org/officeDocument/2006/relationships" id="272" r:id="R112a5a2b6ea6468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 showGuides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81cec1e2d8f4427" /><Relationship Type="http://schemas.openxmlformats.org/officeDocument/2006/relationships/slideMaster" Target="/ppt/slideMasters/slideMaster1.xml" Id="Rb98814185e254731" /><Relationship Type="http://schemas.openxmlformats.org/officeDocument/2006/relationships/slideMaster" Target="/ppt/slideMasters/slideMaster2.xml" Id="R3bc32a8c51be4be0" /><Relationship Type="http://schemas.openxmlformats.org/officeDocument/2006/relationships/notesMaster" Target="/ppt/notesMasters/notesMaster1.xml" Id="R4481465316344283" /><Relationship Type="http://schemas.openxmlformats.org/officeDocument/2006/relationships/presProps" Target="/ppt/presProps.xml" Id="R584e5090a8e44778" /><Relationship Type="http://schemas.openxmlformats.org/officeDocument/2006/relationships/viewProps" Target="/ppt/viewProps.xml" Id="R54fac5c04d6f4378" /><Relationship Type="http://schemas.openxmlformats.org/officeDocument/2006/relationships/tableStyles" Target="/ppt/tableStyles.xml" Id="R63c1c0c7e9d4459f" /><Relationship Type="http://schemas.openxmlformats.org/officeDocument/2006/relationships/slide" Target="/ppt/slides/slide1.xml" Id="Ree761ee5ca4f4989" /><Relationship Type="http://schemas.openxmlformats.org/officeDocument/2006/relationships/slide" Target="/ppt/slides/slide2.xml" Id="Ra0d78e6fd26d4483" /><Relationship Type="http://schemas.openxmlformats.org/officeDocument/2006/relationships/slide" Target="/ppt/slides/slide3.xml" Id="R884b61933bdf4f14" /><Relationship Type="http://schemas.openxmlformats.org/officeDocument/2006/relationships/slide" Target="/ppt/slides/slide4.xml" Id="R1f9a3a30be754a7a" /><Relationship Type="http://schemas.openxmlformats.org/officeDocument/2006/relationships/slide" Target="/ppt/slides/slide5.xml" Id="Ra831aef8d7b442de" /><Relationship Type="http://schemas.openxmlformats.org/officeDocument/2006/relationships/slide" Target="/ppt/slides/slide6.xml" Id="R446a350d8b72468a" /><Relationship Type="http://schemas.openxmlformats.org/officeDocument/2006/relationships/slide" Target="/ppt/slides/slide7.xml" Id="Rafe3141739ab4659" /><Relationship Type="http://schemas.openxmlformats.org/officeDocument/2006/relationships/slide" Target="/ppt/slides/slide8.xml" Id="Re82643ab304f4ca0" /><Relationship Type="http://schemas.openxmlformats.org/officeDocument/2006/relationships/slide" Target="/ppt/slides/slide9.xml" Id="Rdf4ed2273401498f" /><Relationship Type="http://schemas.openxmlformats.org/officeDocument/2006/relationships/slide" Target="/ppt/slides/slide10.xml" Id="R683000fe499a4be8" /><Relationship Type="http://schemas.openxmlformats.org/officeDocument/2006/relationships/slide" Target="/ppt/slides/slide11.xml" Id="Rdea2b89d68ae4fba" /><Relationship Type="http://schemas.openxmlformats.org/officeDocument/2006/relationships/slide" Target="/ppt/slides/slide12.xml" Id="Rac3e8f0df5f244c7" /><Relationship Type="http://schemas.openxmlformats.org/officeDocument/2006/relationships/slide" Target="/ppt/slides/slide13.xml" Id="R8553b98d0c1f4871" /><Relationship Type="http://schemas.openxmlformats.org/officeDocument/2006/relationships/slide" Target="/ppt/slides/slide14.xml" Id="Re5974dce14ad41dd" /><Relationship Type="http://schemas.openxmlformats.org/officeDocument/2006/relationships/slide" Target="/ppt/slides/slide15.xml" Id="R80e3f94d65d44827" /><Relationship Type="http://schemas.openxmlformats.org/officeDocument/2006/relationships/slide" Target="/ppt/slides/slide16.xml" Id="R1c51f794b14346dd" /><Relationship Type="http://schemas.openxmlformats.org/officeDocument/2006/relationships/slide" Target="/ppt/slides/slide17.xml" Id="R112a5a2b6ea6468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4.xml" Id="R1c44991c98fc4fd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02fc94c10d04c04" /><Relationship Type="http://schemas.openxmlformats.org/officeDocument/2006/relationships/notesMaster" Target="/ppt/notesMasters/notesMaster1.xml" Id="Rd7e0affc163e4e1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f6aa12433e741a5" /><Relationship Type="http://schemas.openxmlformats.org/officeDocument/2006/relationships/notesMaster" Target="/ppt/notesMasters/notesMaster1.xml" Id="R95ba15be073b4ae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adc5c49eb13434f" /><Relationship Type="http://schemas.openxmlformats.org/officeDocument/2006/relationships/notesMaster" Target="/ppt/notesMasters/notesMaster1.xml" Id="R460daab5193041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ebeea802e30489a" /><Relationship Type="http://schemas.openxmlformats.org/officeDocument/2006/relationships/notesMaster" Target="/ppt/notesMasters/notesMaster1.xml" Id="R7712c137a9624db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edc2ba3e2ab4a53" /><Relationship Type="http://schemas.openxmlformats.org/officeDocument/2006/relationships/notesMaster" Target="/ppt/notesMasters/notesMaster1.xml" Id="R1457be8e330549cd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1fef4bcc2c84b49" /><Relationship Type="http://schemas.openxmlformats.org/officeDocument/2006/relationships/notesMaster" Target="/ppt/notesMasters/notesMaster1.xml" Id="R8a78f2d3121c46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d3786b0f03f48e2" /><Relationship Type="http://schemas.openxmlformats.org/officeDocument/2006/relationships/notesMaster" Target="/ppt/notesMasters/notesMaster1.xml" Id="Rf785ebc9f2c6429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b4baccd68b74877" /><Relationship Type="http://schemas.openxmlformats.org/officeDocument/2006/relationships/notesMaster" Target="/ppt/notesMasters/notesMaster1.xml" Id="R901bc2f8fb9943b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ec68c8dc6e143b6" /><Relationship Type="http://schemas.openxmlformats.org/officeDocument/2006/relationships/notesMaster" Target="/ppt/notesMasters/notesMaster1.xml" Id="R37027ffff44641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e5ec4b6e7bc470d" /><Relationship Type="http://schemas.openxmlformats.org/officeDocument/2006/relationships/notesMaster" Target="/ppt/notesMasters/notesMaster1.xml" Id="R133e37b0b6a4401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27d8587e60d4bf5" /><Relationship Type="http://schemas.openxmlformats.org/officeDocument/2006/relationships/notesMaster" Target="/ppt/notesMasters/notesMaster1.xml" Id="R136aea9dc94640c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b025cafd3524bbf" /><Relationship Type="http://schemas.openxmlformats.org/officeDocument/2006/relationships/notesMaster" Target="/ppt/notesMasters/notesMaster1.xml" Id="R53c6c0f0397a464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7f5b712836d41e2" /><Relationship Type="http://schemas.openxmlformats.org/officeDocument/2006/relationships/notesMaster" Target="/ppt/notesMasters/notesMaster1.xml" Id="Rb8314f6efaac406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a7d1083b1cce4175" /><Relationship Type="http://schemas.openxmlformats.org/officeDocument/2006/relationships/notesMaster" Target="/ppt/notesMasters/notesMaster1.xml" Id="Rb77978024104465f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be1ada02947f430b" /><Relationship Type="http://schemas.openxmlformats.org/officeDocument/2006/relationships/notesMaster" Target="/ppt/notesMasters/notesMaster1.xml" Id="R43e3d6d9508d4f9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ca07e7c7e074c91" /><Relationship Type="http://schemas.openxmlformats.org/officeDocument/2006/relationships/notesMaster" Target="/ppt/notesMasters/notesMaster1.xml" Id="R9f3d72dc6fc84bd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da841af9ef94e5b" /><Relationship Type="http://schemas.openxmlformats.org/officeDocument/2006/relationships/notesMaster" Target="/ppt/notesMasters/notesMaster1.xml" Id="R97c699a8c83c4a2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【</a:t>
            </a:r>
            <a:r>
              <a:t>可考虑从以下维度展开</a:t>
            </a:r>
            <a:r>
              <a:t>】</a:t>
            </a:r>
          </a:p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b76a29e55464674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2.xml" Id="Rc0f97b53de954a01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039bfb823d443cc" /><Relationship Type="http://schemas.openxmlformats.org/officeDocument/2006/relationships/slideLayout" Target="/ppt/slideLayouts/slideLayout1.xml" Id="R0e646884e0e04453" /></Relationships>
</file>

<file path=ppt/slideMasters/_rels/slideMaster2.xml.rels>&#65279;<?xml version="1.0" encoding="utf-8"?><Relationships xmlns="http://schemas.openxmlformats.org/package/2006/relationships"><Relationship Type="http://schemas.openxmlformats.org/officeDocument/2006/relationships/theme" Target="/ppt/slideMasters/theme/theme3.xml" Id="R9e12cdd89ef34b91" /><Relationship Type="http://schemas.openxmlformats.org/officeDocument/2006/relationships/slideLayout" Target="/ppt/slideLayouts/slideLayout2.xml" Id="R1005fe2896034e50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e646884e0e04453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slideMaster2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1" r:id="R1005fe2896034e50"/>
  </p:sldLayoutIdLst>
  <p:hf sldNum="0" hdr="0" ftr="0" dt="0"/>
  <p:txStyles>
    <p:titleStyle>
      <a:lvl1pPr xmlns:a="http://schemas.openxmlformats.org/drawingml/2006/main"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theme3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1dac5fe2bb4996" /><Relationship Type="http://schemas.openxmlformats.org/officeDocument/2006/relationships/notesSlide" Target="/ppt/notesSlides/notesSlide1.xml" Id="R091f7ba8443245e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4c37dd3d064d65" /><Relationship Type="http://schemas.openxmlformats.org/officeDocument/2006/relationships/notesSlide" Target="/ppt/notesSlides/notesSlide2.xml" Id="R6552901b1e9c41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491199e689a34295" /><Relationship Type="http://schemas.openxmlformats.org/officeDocument/2006/relationships/notesSlide" Target="/ppt/notesSlides/notesSlide3.xml" Id="R2d6fb73091e048a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226093c9a4fb1" /><Relationship Type="http://schemas.openxmlformats.org/officeDocument/2006/relationships/notesSlide" Target="/ppt/notesSlides/notesSlide4.xml" Id="Rc5ba7f92e5624b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968a047bb646d5" /><Relationship Type="http://schemas.openxmlformats.org/officeDocument/2006/relationships/image" Target="/ppt/media/image.png" Id="Rc9816a8e6c834fd5" /><Relationship Type="http://schemas.openxmlformats.org/officeDocument/2006/relationships/image" Target="/ppt/media/image.svg" Id="R5718f0e50f494be0" /><Relationship Type="http://schemas.openxmlformats.org/officeDocument/2006/relationships/image" Target="/ppt/media/image2.png" Id="Rb977dcc34be74f0a" /><Relationship Type="http://schemas.openxmlformats.org/officeDocument/2006/relationships/image" Target="/ppt/media/image2.svg" Id="R49ca094722964b5a" /><Relationship Type="http://schemas.openxmlformats.org/officeDocument/2006/relationships/notesSlide" Target="/ppt/notesSlides/notesSlide5.xml" Id="R6e73a115f2be46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b9a60e8fe014210" /><Relationship Type="http://schemas.openxmlformats.org/officeDocument/2006/relationships/notesSlide" Target="/ppt/notesSlides/notesSlide6.xml" Id="Rb0861334de2c437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051f6b34f94c29" /><Relationship Type="http://schemas.openxmlformats.org/officeDocument/2006/relationships/image" Target="/ppt/media/image3.png" Id="R2dad66d15c024254" /><Relationship Type="http://schemas.openxmlformats.org/officeDocument/2006/relationships/image" Target="/ppt/media/image3.svg" Id="R711c78edf2d145f2" /><Relationship Type="http://schemas.openxmlformats.org/officeDocument/2006/relationships/notesSlide" Target="/ppt/notesSlides/notesSlide7.xml" Id="R25c6b99ac146475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54e6c8b79ff4430" /><Relationship Type="http://schemas.openxmlformats.org/officeDocument/2006/relationships/notesSlide" Target="/ppt/notesSlides/notesSlide8.xml" Id="Rf49e1756d76841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3895b6e4e54127" /><Relationship Type="http://schemas.openxmlformats.org/officeDocument/2006/relationships/image" Target="/ppt/media/image4.png" Id="Rdac1f71f9ea84834" /><Relationship Type="http://schemas.openxmlformats.org/officeDocument/2006/relationships/image" Target="/ppt/media/image4.svg" Id="Re12864debee24447" /><Relationship Type="http://schemas.openxmlformats.org/officeDocument/2006/relationships/image" Target="/ppt/media/image5.png" Id="R7963185ae3004fc7" /><Relationship Type="http://schemas.openxmlformats.org/officeDocument/2006/relationships/image" Target="/ppt/media/image5.svg" Id="R1c51648994ee472e" /><Relationship Type="http://schemas.openxmlformats.org/officeDocument/2006/relationships/notesSlide" Target="/ppt/notesSlides/notesSlide9.xml" Id="R3955d7f9ddb94af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0c1d1c2bf14887" /><Relationship Type="http://schemas.openxmlformats.org/officeDocument/2006/relationships/notesSlide" Target="/ppt/notesSlides/notesSlide10.xml" Id="R38c265bceca34d8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e02f3a196c4594" /><Relationship Type="http://schemas.openxmlformats.org/officeDocument/2006/relationships/image" Target="/ppt/media/image6.png" Id="R9e1b3512affd4f12" /><Relationship Type="http://schemas.openxmlformats.org/officeDocument/2006/relationships/image" Target="/ppt/media/image6.svg" Id="R048e30d8734a475a" /><Relationship Type="http://schemas.openxmlformats.org/officeDocument/2006/relationships/notesSlide" Target="/ppt/notesSlides/notesSlide11.xml" Id="R2a10b5de098b49ba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48f6313c33f49a9" /><Relationship Type="http://schemas.openxmlformats.org/officeDocument/2006/relationships/notesSlide" Target="/ppt/notesSlides/notesSlide12.xml" Id="Rf207a0c214174fe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55d3c88db442db" /><Relationship Type="http://schemas.openxmlformats.org/officeDocument/2006/relationships/image" Target="/ppt/media/image.jpeg" Id="Ra7b9c3030910466e" /><Relationship Type="http://schemas.openxmlformats.org/officeDocument/2006/relationships/image" Target="/ppt/media/image2.jpeg" Id="R65ac7d7cf7f24926" /><Relationship Type="http://schemas.openxmlformats.org/officeDocument/2006/relationships/image" Target="/ppt/media/image3.jpeg" Id="Rea07dc9972784c90" /><Relationship Type="http://schemas.openxmlformats.org/officeDocument/2006/relationships/image" Target="/ppt/media/image7.png" Id="R76264dcc97224a2e" /><Relationship Type="http://schemas.openxmlformats.org/officeDocument/2006/relationships/image" Target="/ppt/media/image7.svg" Id="R48d6e94430524d9d" /><Relationship Type="http://schemas.openxmlformats.org/officeDocument/2006/relationships/notesSlide" Target="/ppt/notesSlides/notesSlide13.xml" Id="R8ab00258a82a4b6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bdf8e9c6e05844cc" /><Relationship Type="http://schemas.openxmlformats.org/officeDocument/2006/relationships/notesSlide" Target="/ppt/notesSlides/notesSlide14.xml" Id="R29190df1171c465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a6f20b5e934198" /><Relationship Type="http://schemas.openxmlformats.org/officeDocument/2006/relationships/notesSlide" Target="/ppt/notesSlides/notesSlide15.xml" Id="R837dc895ca0042a1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358ed7d08f94734" /><Relationship Type="http://schemas.openxmlformats.org/officeDocument/2006/relationships/notesSlide" Target="/ppt/notesSlides/notesSlide16.xml" Id="R143f1a3ab4854d4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987cdd11f44b48" /><Relationship Type="http://schemas.openxmlformats.org/officeDocument/2006/relationships/image" Target="/ppt/media/image4.jpeg" Id="R0706a82ebf564e87" /><Relationship Type="http://schemas.openxmlformats.org/officeDocument/2006/relationships/image" Target="/ppt/media/image8.png" Id="R9ea56c51c7114ab5" /><Relationship Type="http://schemas.openxmlformats.org/officeDocument/2006/relationships/image" Target="/ppt/media/image8.svg" Id="R17c8468c28974339" /><Relationship Type="http://schemas.openxmlformats.org/officeDocument/2006/relationships/notesSlide" Target="/ppt/notesSlides/notesSlide17.xml" Id="R41fece0ed3994cf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E80E626-212B-4C14-B6F2-ABDCB9FD9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0" y="-128016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0EF476A-5F46-460C-B509-B9E721E0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0" y="420624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E32425E5-AAB7-429E-A580-7183B196A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822960" y="493776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FC34FAA8-2711-4FB7-A811-6D8D0BE4E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554480"/>
            <a:ext cx="73152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GOAI 世界人工智能开源大赛 · Agent Infra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AD9398C4-1D74-424C-B3E5-9C5D86CA1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8686800" cy="17373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OJGuard</a:t>
            </a:r>
          </a:p>
          <a:p xmlns:a="http://schemas.openxmlformats.org/drawingml/2006/main">
            <a:pPr marL="0" indent="0">
              <a:lnSpc>
                <a:spcPct val="102000"/>
              </a:lnSpc>
              <a:buNone/>
            </a:pPr>
            <a:r>
              <a:rPr sz="4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在线测评事故响应与可信重评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1343E427-AE3B-48E2-9E8E-68CE2E9DB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172200"/>
            <a:ext cx="731520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100">
                <a:solidFill>
                  <a:srgbClr val="AEB6D6"/>
                </a:solidFill>
                <a:latin typeface="微软雅黑"/>
                <a:ea typeface="微软雅黑"/>
                <a:cs typeface="微软雅黑"/>
              </a:rPr>
              <a:t>单人团队 · 可运行开源作品</a:t>
            </a:r>
          </a:p>
        </p:txBody>
      </p:sp>
      <p:sp>
        <p:nvSpPr>
          <p:cNvPr id="19" name="文本框 18">
            <a:extLst xmlns:a="http://schemas.openxmlformats.org/drawingml/2006/main">
              <a:ext uri="{FF2B5EF4-FFF2-40B4-BE49-F238E27FC236}">
                <a16:creationId xmlns:a16="http://schemas.microsoft.com/office/drawing/2014/main" id="{90797F66-FCD9-4EB3-AE73-9ABFCCC0B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26510"/>
            <a:ext cx="6096000" cy="32194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anchor="t">
            <a:sp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从异常信号到可信重评，以证据驱动闭环</a:t>
            </a:r>
          </a:p>
        </p:txBody>
      </p:sp>
    </p:spTree>
    <p:extLst>
      <p:ext uri="{BB962C8B-B14F-4D97-AF65-F5344CB8AC3E}">
        <p14:creationId xmlns:p14="http://schemas.microsoft.com/office/powerpoint/2010/main" val="1681106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P0 · 一页纸速览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作品简介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项目名称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面向在线测评运营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OJGuard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问题与场景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环境异常会污染评测结果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难定位、难定界、难安全重评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核心解决方案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多 Agent 协同 + 确定性工具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发现→定界→审批→重评→核验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创新点与差异化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证据优先、幂等重评、状态机治理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高风险动作必须人工批准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复用价值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 / 12 MCP 工具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可迁移节点退化与 Checker 缺陷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当前进展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后端、Vue3 前端、AgentTeams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三类场景与运行证据均可复现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B1F3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65D03662-63F4-45D9-89A0-48BBCC03C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-1371600"/>
            <a:ext cx="4114800" cy="4114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6AE2931-5B00-4519-9F31-7080BFAC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14400" y="4754880"/>
            <a:ext cx="2926080" cy="292608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2F5B"/>
          </a:solidFill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A7AA5D25-C6DB-4E11-80E5-EDB9F0E98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051560"/>
            <a:ext cx="914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0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65258895-E978-4218-870F-B793C883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057400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008DD2C8-DB67-481C-B16F-C59E01865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304288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4FD6AF9E-8882-4C98-92EC-1392ABA27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230428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1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29309B89-8F8E-4750-9A65-B57B800FB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2057400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场景与价值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4D9AA2D2-8CF5-4290-855D-6730608FC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2057400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245008BC-7CDE-485C-8F7F-A04816127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2304288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54B0275-D8EE-46A8-AC72-55327C280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2304288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5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00B8C44E-54F3-4EDA-9345-8927CC3FB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2057400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工程落地与证据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C721CAED-7B3E-4C2B-B20F-79882F2A6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099816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A2A123B-B73F-4AA7-AA51-8A68C68A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346704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F4424EEE-B131-4192-B7D5-1E1431B92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334670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2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4BE5F33-9C2F-4878-A855-F78C96E80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3099816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方案总览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24762BD7-A3CC-4BF5-B953-6EBAB13A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3099816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32EBAA10-D74D-4A64-945A-635F3888F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3346704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42AE68D8-7B26-47F2-9E14-21B9E5285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3346704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6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62ACFA4E-A492-4D9D-97C9-9C7D26542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3099816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开源与复用</a:t>
            </a:r>
          </a:p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106F80E-2F54-4DBE-8E7D-B5D64FAE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4142232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6084A4D1-5258-41D1-ACC7-F12D884EA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389120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CC4F634C-AC01-49BB-A225-BCC868850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43891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3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FD1A0397-402F-4FC7-B30D-C1E2ECE32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4142232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AgentTeams 协同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4008AE4B-65D5-4CAE-AFBC-9C43DC8F7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4142232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81D9F8BB-C149-4D9A-B766-4B18F193A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4389120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26971A7D-F610-429E-8EDC-0F3B98AD5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4389120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7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F6AD5EE9-E7AF-476D-8779-16ED9B9D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4142232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演示路径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D7FC26B9-44FF-4646-A09B-39D075EBB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5184648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ECE9E015-148C-4DE9-902A-F4724164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431536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D62F4BF7-825B-402C-ADEC-02258850B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8" y="543153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4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2F064657-1CB6-44F4-9E27-22C83291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6152" y="5184648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Skill / MCP 工程</a:t>
            </a:r>
          </a:p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A847B8C4-4D04-4881-8F30-3E8D612F5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448" y="5184648"/>
            <a:ext cx="5272888" cy="786384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2A2F5B"/>
          </a:solidFill>
        </p:spPr>
      </p:sp>
      <p:sp>
        <p:nvSpPr>
          <p:cNvPr id="35" name="Shape 33">
            <a:extLst xmlns:a="http://schemas.openxmlformats.org/drawingml/2006/main">
              <a:ext uri="{FF2B5EF4-FFF2-40B4-BE49-F238E27FC236}">
                <a16:creationId xmlns:a16="http://schemas.microsoft.com/office/drawing/2014/main" id="{F34CE54F-315E-4C80-9DE4-46AC0111C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5431536"/>
            <a:ext cx="292608" cy="292608"/>
          </a:xfrm>
          <a:prstGeom xmlns:a="http://schemas.openxmlformats.org/drawingml/2006/main" prst="roundRect">
            <a:avLst>
              <a:gd name="adj" fmla="val 15625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E820555-8048-45C2-97AC-C47BF15F2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5616" y="5431536"/>
            <a:ext cx="292608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300"/>
              <a:t>8</a:t>
            </a:r>
          </a:p>
        </p:txBody>
      </p:sp>
      <p:sp>
        <p:nvSpPr>
          <p:cNvPr id="37" name="Text 35">
            <a:extLst xmlns:a="http://schemas.openxmlformats.org/drawingml/2006/main">
              <a:ext uri="{FF2B5EF4-FFF2-40B4-BE49-F238E27FC236}">
                <a16:creationId xmlns:a16="http://schemas.microsoft.com/office/drawing/2014/main" id="{3989FB02-EBAB-4E8B-89D4-8A0DB8D28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6240" y="5184648"/>
            <a:ext cx="4495648" cy="7863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lnSpc>
                <a:spcPct val="110000"/>
              </a:lnSpc>
              <a:buNone/>
            </a:pPr>
            <a:r>
              <a:rPr sz="1250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验证结果</a:t>
            </a:r>
          </a:p>
        </p:txBody>
      </p:sp>
    </p:spTree>
    <p:extLst>
      <p:ext uri="{BB962C8B-B14F-4D97-AF65-F5344CB8AC3E}">
        <p14:creationId xmlns:p14="http://schemas.microsoft.com/office/powerpoint/2010/main" val="9003817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F97BBBA-C9C3-4F24-B98D-AAD9D6FB8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278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D145E99B-1A8F-430C-B5A2-FBA56A9A5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3710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场景与价值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7DE42A6D-23DB-4776-879C-C370C0D4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5375" y="363855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B87E5DAF-1A21-49A5-93AF-F5EBD8EBE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543" y="455295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68B48A93-3787-4BF7-8D70-D93A7C313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6543" y="674751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场景价值与行业可复制性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BEFF9C33-FEFD-4492-9BE8-E78ED926C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375" y="528447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749275E9-D655-4DB9-AF7C-C7DECCFE2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74375" y="528447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BB8AE17C-3DBD-4331-8D24-C0446D21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73534338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ext 0">
            <a:extLst xmlns:a="http://schemas.openxmlformats.org/drawingml/2006/main">
              <a:ext uri="{FF2B5EF4-FFF2-40B4-BE49-F238E27FC236}">
                <a16:creationId xmlns:a16="http://schemas.microsoft.com/office/drawing/2014/main" id="{E784E5C5-DE95-4906-BC07-AED484C31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2748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第一章</a:t>
            </a:r>
          </a:p>
        </p:txBody>
      </p:sp>
      <p:sp>
        <p:nvSpPr>
          <p:cNvPr id="4" name="Text 1">
            <a:extLst xmlns:a="http://schemas.openxmlformats.org/drawingml/2006/main">
              <a:ext uri="{FF2B5EF4-FFF2-40B4-BE49-F238E27FC236}">
                <a16:creationId xmlns:a16="http://schemas.microsoft.com/office/drawing/2014/main" id="{FA3F051E-F0C7-4062-8FA5-B30676B4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" y="5491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真实事故：Java 运行时回归</a:t>
            </a:r>
          </a:p>
        </p:txBody>
      </p:sp>
      <p:sp>
        <p:nvSpPr>
          <p:cNvPr id="5" name="文本框 4">
            <a:extLst xmlns:a="http://schemas.openxmlformats.org/drawingml/2006/main">
              <a:ext uri="{FF2B5EF4-FFF2-40B4-BE49-F238E27FC236}">
                <a16:creationId xmlns:a16="http://schemas.microsoft.com/office/drawing/2014/main" id="{FB8A932E-D327-4D41-9497-BFDFF8EC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75" y="118935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镜像切换后错误率从 8.3% 升至 41.4%。OJGuard 将异常还原为可复核证据、精确影响范围与可信重评任务。</a:t>
            </a: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2FD495F8-06DF-4A33-9C7F-448B34962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8115" y="5574030"/>
            <a:ext cx="406400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t>固定种子 20260802 · 三类场景均可复现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816a8e6c834fd5">
            <a:extLst>
              <a:ext uri="{96DAC541-7B7A-43D3-8B79-37D633B846F1}">
                <asvg:svgBlip xmlns:asvg="http://schemas.microsoft.com/office/drawing/2016/SVG/main" r:embed="R5718f0e50f494be0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40360" y="2390775"/>
            <a:ext cx="5560060" cy="3127375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77dcc34be74f0a">
            <a:extLst>
              <a:ext uri="{96DAC541-7B7A-43D3-8B79-37D633B846F1}">
                <asvg:svgBlip xmlns:asvg="http://schemas.microsoft.com/office/drawing/2016/SVG/main" r:embed="R49ca094722964b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072505" y="2390775"/>
            <a:ext cx="5485765" cy="310134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33460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DC4B5F1E-8217-4ECD-9F5A-9C69A23B2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278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0EC15EC4-5470-4E47-AE4A-E838AE1E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3710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方案总览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6E94676F-CEFD-4258-B7BC-C602EE689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135901206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74FBFDC0-0F00-4CF9-BA1B-5FCF1F8C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第二章 · 承上启下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2C4A784-AB0C-4B37-986F-D3B238F3B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方案总览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2CF50BB3-2EFE-4F35-8E44-34990A76E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663FAA5A-5435-4234-9F16-09C5FD73F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共享 IncidentContext 与全链路 Trace 传递上下文；Agent 负责协同，确定性工具负责事实与执行。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ad66d15c024254">
            <a:extLst>
              <a:ext uri="{96DAC541-7B7A-43D3-8B79-37D633B846F1}">
                <asvg:svgBlip xmlns:asvg="http://schemas.microsoft.com/office/drawing/2016/SVG/main" r:embed="R711c78edf2d145f2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2177415" y="1801495"/>
            <a:ext cx="7837805" cy="441833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35372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1F0D842F-3B02-4B1A-8002-9F84545D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8</a:t>
            </a:r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D2298194-FF19-4691-8B66-A5533EEC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72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</a:t>
            </a:r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960A224B-C790-46C1-AAFE-A95C61197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15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AgentTeams 协同设计</a:t>
            </a:r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AD0FCDDC-23D2-4728-A6F8-EAA744BF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17BEAD2C-A999-4457-9E85-5D9C2A793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E6FBAD3F-3A0A-49D1-A70E-F3F6583BA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多 Agent 协同与自主闭环能力</a:t>
            </a: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B2CE338B-19AD-424E-9BC3-30AA8D3B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1BA31599-A599-420F-B60F-454B7B8D8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13067284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22DC4C02-D03B-4981-8197-3AA110C2C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第三章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B08906C-F54D-43B4-A539-98D039273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AgentTeams 协同设计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B6C2E999-D206-4914-8C57-8B7B5E7EC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Team Leader 编排 6 个专职 Worker；共享事故状态，证据冲突则回退，高风险执行必须经过人工批准。</a:t>
            </a:r>
          </a:p>
        </p:txBody>
      </p:sp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c1f71f9ea84834">
            <a:extLst>
              <a:ext uri="{96DAC541-7B7A-43D3-8B79-37D633B846F1}">
                <asvg:svgBlip xmlns:asvg="http://schemas.microsoft.com/office/drawing/2016/SVG/main" r:embed="Re12864debee2444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525780" y="2304415"/>
            <a:ext cx="5283200" cy="2964180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63185ae3004fc7">
            <a:extLst>
              <a:ext uri="{96DAC541-7B7A-43D3-8B79-37D633B846F1}">
                <asvg:svgBlip xmlns:asvg="http://schemas.microsoft.com/office/drawing/2016/SVG/main" r:embed="R1c51648994ee472e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89370" y="2304415"/>
            <a:ext cx="5285740" cy="296418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4114883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23C1AA86-874A-44C1-A562-B9C7650B2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10</a:t>
            </a:r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EE83B51-0E9D-4639-BCAB-82A9DB4C9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6786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85648217-8C9F-4E2F-8B40-50B1E4BFB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4218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/ MCP 工程体系</a:t>
            </a:r>
          </a:p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40748C36-06FD-40B6-9159-68510BC56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2" name="Text 3">
            <a:extLst xmlns:a="http://schemas.openxmlformats.org/drawingml/2006/main">
              <a:ext uri="{FF2B5EF4-FFF2-40B4-BE49-F238E27FC236}">
                <a16:creationId xmlns:a16="http://schemas.microsoft.com/office/drawing/2014/main" id="{12CF9BDC-B999-4C0E-8EB0-DF2AB8ECE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13" name="Text 4">
            <a:extLst xmlns:a="http://schemas.openxmlformats.org/drawingml/2006/main">
              <a:ext uri="{FF2B5EF4-FFF2-40B4-BE49-F238E27FC236}">
                <a16:creationId xmlns:a16="http://schemas.microsoft.com/office/drawing/2014/main" id="{C1B4EBF2-B488-4BD5-A8A1-34732A23A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Skill 工程体系与生态复用</a:t>
            </a:r>
          </a:p>
        </p:txBody>
      </p:sp>
      <p:sp>
        <p:nvSpPr>
          <p:cNvPr id="14" name="Shape 5">
            <a:extLst xmlns:a="http://schemas.openxmlformats.org/drawingml/2006/main">
              <a:ext uri="{FF2B5EF4-FFF2-40B4-BE49-F238E27FC236}">
                <a16:creationId xmlns:a16="http://schemas.microsoft.com/office/drawing/2014/main" id="{3E9516C3-301E-45D8-A413-126758B6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5" name="Text 6">
            <a:extLst xmlns:a="http://schemas.openxmlformats.org/drawingml/2006/main">
              <a:ext uri="{FF2B5EF4-FFF2-40B4-BE49-F238E27FC236}">
                <a16:creationId xmlns:a16="http://schemas.microsoft.com/office/drawing/2014/main" id="{79569B8C-3E2D-4B01-BE3C-D45F30AFE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</p:spTree>
    <p:extLst>
      <p:ext uri="{BB962C8B-B14F-4D97-AF65-F5344CB8AC3E}">
        <p14:creationId xmlns:p14="http://schemas.microsoft.com/office/powerpoint/2010/main" val="15938710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C8C039D-ED69-4D2D-95E2-69CB758EB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第四章 · 本赛题必选项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2EECFA1D-F198-4793-8DB5-BA5C43D5F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9 个可复用 Skill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2AF09216-B993-4436-8E47-C795C38A2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ECF51C85-36BB-4B16-ADD3-CD81BCC0C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25%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6485DC7E-1547-4278-A25F-002DC951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每个 Skill 均声明输入输出、依赖工具、失败、安全、复用和 Agent 协作；12 个 MCP 工具具备 Schema、门禁、幂等与迁移契约。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1b3512affd4f12">
            <a:extLst>
              <a:ext uri="{96DAC541-7B7A-43D3-8B79-37D633B846F1}">
                <asvg:svgBlip xmlns:asvg="http://schemas.microsoft.com/office/drawing/2016/SVG/main" r:embed="R048e30d8734a475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3225165" y="2377440"/>
            <a:ext cx="5741670" cy="32353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357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DB7F5ECE-23E6-468F-B9C5-DA1E6374E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5" name="Text 0">
            <a:extLst xmlns:a="http://schemas.openxmlformats.org/drawingml/2006/main">
              <a:ext uri="{FF2B5EF4-FFF2-40B4-BE49-F238E27FC236}">
                <a16:creationId xmlns:a16="http://schemas.microsoft.com/office/drawing/2014/main" id="{23E897B9-37B3-4909-8C27-55B8B5750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91993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第五章</a:t>
            </a:r>
          </a:p>
        </p:txBody>
      </p:sp>
      <p:sp>
        <p:nvSpPr>
          <p:cNvPr id="6" name="Text 1">
            <a:extLst xmlns:a="http://schemas.openxmlformats.org/drawingml/2006/main">
              <a:ext uri="{FF2B5EF4-FFF2-40B4-BE49-F238E27FC236}">
                <a16:creationId xmlns:a16="http://schemas.microsoft.com/office/drawing/2014/main" id="{4CE4DFAC-D77B-4DDB-BAD0-77B848A66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66313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工程落地与运行证据</a:t>
            </a:r>
          </a:p>
        </p:txBody>
      </p:sp>
      <p:sp>
        <p:nvSpPr>
          <p:cNvPr id="7" name="Shape 2">
            <a:extLst xmlns:a="http://schemas.openxmlformats.org/drawingml/2006/main">
              <a:ext uri="{FF2B5EF4-FFF2-40B4-BE49-F238E27FC236}">
                <a16:creationId xmlns:a16="http://schemas.microsoft.com/office/drawing/2014/main" id="{CCEB3EEE-C80D-4D54-B9B7-034029077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8" name="Text 3">
            <a:extLst xmlns:a="http://schemas.openxmlformats.org/drawingml/2006/main">
              <a:ext uri="{FF2B5EF4-FFF2-40B4-BE49-F238E27FC236}">
                <a16:creationId xmlns:a16="http://schemas.microsoft.com/office/drawing/2014/main" id="{87AB28E3-F3E4-40C3-8EED-9607BA5E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9" name="Text 4">
            <a:extLst xmlns:a="http://schemas.openxmlformats.org/drawingml/2006/main">
              <a:ext uri="{FF2B5EF4-FFF2-40B4-BE49-F238E27FC236}">
                <a16:creationId xmlns:a16="http://schemas.microsoft.com/office/drawing/2014/main" id="{10F60E69-4BD5-4494-9AF9-A7F8D689D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工程落地与安全可审计</a:t>
            </a:r>
          </a:p>
        </p:txBody>
      </p:sp>
      <p:sp>
        <p:nvSpPr>
          <p:cNvPr id="10" name="Shape 5">
            <a:extLst xmlns:a="http://schemas.openxmlformats.org/drawingml/2006/main">
              <a:ext uri="{FF2B5EF4-FFF2-40B4-BE49-F238E27FC236}">
                <a16:creationId xmlns:a16="http://schemas.microsoft.com/office/drawing/2014/main" id="{94E7EE0F-34F2-43C2-A2CD-E98F7E3D9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11" name="Text 6">
            <a:extLst xmlns:a="http://schemas.openxmlformats.org/drawingml/2006/main">
              <a:ext uri="{FF2B5EF4-FFF2-40B4-BE49-F238E27FC236}">
                <a16:creationId xmlns:a16="http://schemas.microsoft.com/office/drawing/2014/main" id="{A5A4C200-1D0C-44A2-B6A0-7F5E8462F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20%</a:t>
            </a:r>
          </a:p>
        </p:txBody>
      </p:sp>
    </p:spTree>
    <p:extLst>
      <p:ext uri="{BB962C8B-B14F-4D97-AF65-F5344CB8AC3E}">
        <p14:creationId xmlns:p14="http://schemas.microsoft.com/office/powerpoint/2010/main" val="185832983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A147751F-4164-4149-BBF6-F132EBA8B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第五章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9A96F8A6-A5F5-4EB4-94EA-04BD9506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可复现证据链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13D4CE23-66DC-4D5A-B1FC-4EC20016A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" y="1204595"/>
            <a:ext cx="8013065" cy="9144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>
                <a:latin typeface="微软雅黑"/>
                <a:ea typeface="微软雅黑"/>
                <a:cs typeface="微软雅黑"/>
              </a:rPr>
              <a:t>真实 Java Runner 对照、审批轨迹、分批重评与关闭核验共同组成可审计证据；报告可导出 JSON / HTML。</a:t>
            </a:r>
          </a:p>
        </p:txBody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b9c3030910466e"/>
          <a:stretch xmlns:a="http://schemas.openxmlformats.org/drawingml/2006/main"/>
        </p:blipFill>
        <p:spPr>
          <a:xfrm xmlns:a="http://schemas.openxmlformats.org/drawingml/2006/main">
            <a:off x="2108200" y="1990946"/>
            <a:ext cx="3830087" cy="2155749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c7d7cf7f24926"/>
          <a:stretch xmlns:a="http://schemas.openxmlformats.org/drawingml/2006/main"/>
        </p:blipFill>
        <p:spPr>
          <a:xfrm xmlns:a="http://schemas.openxmlformats.org/drawingml/2006/main">
            <a:off x="6185535" y="1996543"/>
            <a:ext cx="3837275" cy="2159794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a07dc9972784c90"/>
          <a:stretch xmlns:a="http://schemas.openxmlformats.org/drawingml/2006/main"/>
        </p:blipFill>
        <p:spPr>
          <a:xfrm xmlns:a="http://schemas.openxmlformats.org/drawingml/2006/main">
            <a:off x="2108537" y="4288155"/>
            <a:ext cx="3837640" cy="2160000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6264dcc97224a2e">
            <a:extLst>
              <a:ext uri="{96DAC541-7B7A-43D3-8B79-37D633B846F1}">
                <asvg:svgBlip xmlns:asvg="http://schemas.microsoft.com/office/drawing/2016/SVG/main" r:embed="R48d6e94430524d9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185535" y="4303395"/>
            <a:ext cx="3831800" cy="21600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75648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F9DD941E-C57B-49DD-8492-BE87AB421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3A61D25E-289B-4E2A-89D3-DA0312A5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8373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CA164DC7-7A61-4966-89DE-5E3C2B6FD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5805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16" name="Shape 2">
            <a:extLst xmlns:a="http://schemas.openxmlformats.org/drawingml/2006/main">
              <a:ext uri="{FF2B5EF4-FFF2-40B4-BE49-F238E27FC236}">
                <a16:creationId xmlns:a16="http://schemas.microsoft.com/office/drawing/2014/main" id="{B62E3CA7-EB7F-4C38-968C-6B3ACC76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6775" y="457200"/>
            <a:ext cx="4480560" cy="786384"/>
          </a:xfrm>
          <a:prstGeom xmlns:a="http://schemas.openxmlformats.org/drawingml/2006/main" prst="roundRect">
            <a:avLst>
              <a:gd name="adj" fmla="val 11628"/>
            </a:avLst>
          </a:prstGeom>
          <a:solidFill xmlns:a="http://schemas.openxmlformats.org/drawingml/2006/main">
            <a:srgbClr val="FFEDE4"/>
          </a:solidFill>
          <a:ln xmlns:a="http://schemas.openxmlformats.org/drawingml/2006/main" w="12700">
            <a:solidFill>
              <a:srgbClr val="FF6B35"/>
            </a:solidFill>
            <a:prstDash val="solid"/>
          </a:ln>
        </p:spPr>
      </p:sp>
      <p:sp>
        <p:nvSpPr>
          <p:cNvPr id="17" name="Text 3">
            <a:extLst xmlns:a="http://schemas.openxmlformats.org/drawingml/2006/main">
              <a:ext uri="{FF2B5EF4-FFF2-40B4-BE49-F238E27FC236}">
                <a16:creationId xmlns:a16="http://schemas.microsoft.com/office/drawing/2014/main" id="{9DA284F4-C047-4970-9B07-C7E506AD0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548640"/>
            <a:ext cx="310896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0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对应评分维度</a:t>
            </a:r>
          </a:p>
        </p:txBody>
      </p:sp>
      <p:sp>
        <p:nvSpPr>
          <p:cNvPr id="18" name="Text 4">
            <a:extLst xmlns:a="http://schemas.openxmlformats.org/drawingml/2006/main">
              <a:ext uri="{FF2B5EF4-FFF2-40B4-BE49-F238E27FC236}">
                <a16:creationId xmlns:a16="http://schemas.microsoft.com/office/drawing/2014/main" id="{47E65D9B-CBBA-488F-8934-8B43287CF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7943" y="768096"/>
            <a:ext cx="3108960" cy="4023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19" name="Shape 5">
            <a:extLst xmlns:a="http://schemas.openxmlformats.org/drawingml/2006/main">
              <a:ext uri="{FF2B5EF4-FFF2-40B4-BE49-F238E27FC236}">
                <a16:creationId xmlns:a16="http://schemas.microsoft.com/office/drawing/2014/main" id="{790621BB-7012-4484-95DC-E74267818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FF6B35"/>
          </a:solidFill>
        </p:spPr>
      </p:sp>
      <p:sp>
        <p:nvSpPr>
          <p:cNvPr id="20" name="Text 6">
            <a:extLst xmlns:a="http://schemas.openxmlformats.org/drawingml/2006/main">
              <a:ext uri="{FF2B5EF4-FFF2-40B4-BE49-F238E27FC236}">
                <a16:creationId xmlns:a16="http://schemas.microsoft.com/office/drawing/2014/main" id="{AC261D9E-202E-4977-8432-1C7739B7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5775" y="621792"/>
            <a:ext cx="8686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5%</a:t>
            </a:r>
          </a:p>
        </p:txBody>
      </p:sp>
    </p:spTree>
    <p:extLst>
      <p:ext uri="{BB962C8B-B14F-4D97-AF65-F5344CB8AC3E}">
        <p14:creationId xmlns:p14="http://schemas.microsoft.com/office/powerpoint/2010/main" val="51892946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C68C1755-3F45-48CF-999A-FD42368AB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第六章 · Apache-2.0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3BF2021E-5AAB-4FC7-952E-FAC1D165C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开放 / 开源贡献</a:t>
            </a:r>
          </a:p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11536B52-3509-4967-9551-520C39F3E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6" name="Shape 4">
            <a:extLst xmlns:a="http://schemas.openxmlformats.org/drawingml/2006/main">
              <a:ext uri="{FF2B5EF4-FFF2-40B4-BE49-F238E27FC236}">
                <a16:creationId xmlns:a16="http://schemas.microsoft.com/office/drawing/2014/main" id="{F186B344-CFAE-4B82-BCB4-98F9387B5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02573AA2-8D75-4B9F-8897-13D9746A6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代码仓库</a:t>
            </a:r>
          </a:p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2D61D531-6706-42B2-8050-64CC1D75E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完整源码与运行说明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00E08165-4652-40F3-912B-3863B5087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github.com/AzusaFish/OJGuard</a:t>
            </a:r>
          </a:p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18EBFDA-707A-40E0-B255-83C80D905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377389A9-4862-43ED-9AF6-88075FF2D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BC7C3E-1D78-44E8-971E-FF44DF8A6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可复用资产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6723C05D-30A1-47C9-A064-E78AD0B8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9 Skills、12 MCP 工具、三类场景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6A5DE3B7-A7AD-4EA8-8502-B27078A0D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可单独接入其他 OJ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1C94FF7B-296E-42FA-B04F-28E2E089B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1965960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7B4EDAB7-0987-4D7B-9070-D9F1ED35C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221992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3ACF8799-E110-4271-82ED-3DF77D034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2130552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扩展边界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35564A5B-C37C-41F2-8D10-C12A456E6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2514600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适配器契约预留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85497122-A0AC-483B-85E6-DF52606B8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3063240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队列 / 配置类事故可新增 Playbook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5E51318-5356-4522-83FA-D6D785A7C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097433ED-BA3E-44FD-989E-AB21CF055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5B3AEF05-7D70-4190-8EE5-D9DFD6D77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280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运行方式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C5BD6919-8D8C-4F17-8362-627A52448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PowerShell 脚本或本地启动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26869A2D-899D-419E-A2EE-916DAD7FD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演示数据一键生成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EE92937-518F-4C16-AA30-2FBC470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53458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9E7C310-DEDA-469C-8E24-02147C287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163C99E-5D3C-4232-BDE9-9C060DF7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6378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证据包</a:t>
            </a:r>
          </a:p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6C5F5E47-D5F0-4278-AD80-2DD70970E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Runner、AgentTeams、事故报告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ADD4FC4B-0467-4DC0-8AD9-2E844878F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9490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均随提交附件提供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9B927134-2514-43C4-80D3-0C21DE9C2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2557" y="3776472"/>
            <a:ext cx="3484778" cy="155448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9EEFB"/>
          </a:solidFill>
        </p:spPr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25154288-3FBB-4375-9633-063D7615B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032504"/>
            <a:ext cx="146304" cy="14630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B35"/>
          </a:solidFill>
        </p:spPr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F85BEB9-3392-46EC-BCF3-41EF9E821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5477" y="3941064"/>
            <a:ext cx="279897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完成状态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0E9BDF85-3811-4542-ADF0-D045D57DA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325112"/>
            <a:ext cx="3027578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marL="0" indent="0">
              <a:lnSpc>
                <a:spcPct val="115000"/>
              </a:lnSpc>
              <a:buNone/>
            </a:pPr>
            <a:r>
              <a:rPr sz="11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前后端与闭环已可运行</a:t>
            </a:r>
          </a:p>
        </p:txBody>
      </p:sp>
      <p:sp>
        <p:nvSpPr>
          <p:cNvPr id="34" name="Text 32">
            <a:extLst xmlns:a="http://schemas.openxmlformats.org/drawingml/2006/main">
              <a:ext uri="{FF2B5EF4-FFF2-40B4-BE49-F238E27FC236}">
                <a16:creationId xmlns:a16="http://schemas.microsoft.com/office/drawing/2014/main" id="{A1355F35-8459-472E-90D6-7CCE86089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8589" y="4873752"/>
            <a:ext cx="3027578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i="1">
                <a:solidFill>
                  <a:srgbClr val="9AA1B8"/>
                </a:solidFill>
                <a:latin typeface="微软雅黑"/>
                <a:ea typeface="微软雅黑"/>
                <a:cs typeface="微软雅黑"/>
              </a:rPr>
              <a:t>Demo 由参赛者现场录制</a:t>
            </a:r>
          </a:p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D1A442C3-EAA3-4102-9C7A-03DF01B6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77401143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5E0AD699-FCB6-45C5-90CA-B90F31244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4" name="Text 0">
            <a:extLst xmlns:a="http://schemas.openxmlformats.org/drawingml/2006/main">
              <a:ext uri="{FF2B5EF4-FFF2-40B4-BE49-F238E27FC236}">
                <a16:creationId xmlns:a16="http://schemas.microsoft.com/office/drawing/2014/main" id="{9255C4C8-D267-46CB-8643-B8A0CD304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299262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第七章 · 对应「当前进展」与整体可行性</a:t>
            </a:r>
          </a:p>
        </p:txBody>
      </p:sp>
      <p:sp>
        <p:nvSpPr>
          <p:cNvPr id="5" name="Text 1">
            <a:extLst xmlns:a="http://schemas.openxmlformats.org/drawingml/2006/main">
              <a:ext uri="{FF2B5EF4-FFF2-40B4-BE49-F238E27FC236}">
                <a16:creationId xmlns:a16="http://schemas.microsoft.com/office/drawing/2014/main" id="{28C852E8-2CB5-4213-9BC9-83143CB68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26694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Demo 与提交状态</a:t>
            </a:r>
          </a:p>
        </p:txBody>
      </p:sp>
    </p:spTree>
    <p:extLst>
      <p:ext uri="{BB962C8B-B14F-4D97-AF65-F5344CB8AC3E}">
        <p14:creationId xmlns:p14="http://schemas.microsoft.com/office/powerpoint/2010/main" val="165664364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ext 0">
            <a:extLst xmlns:a="http://schemas.openxmlformats.org/drawingml/2006/main">
              <a:ext uri="{FF2B5EF4-FFF2-40B4-BE49-F238E27FC236}">
                <a16:creationId xmlns:a16="http://schemas.microsoft.com/office/drawing/2014/main" id="{E927F411-ED70-430F-A617-CCA339638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84048"/>
            <a:ext cx="685800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 b="1">
                <a:solidFill>
                  <a:srgbClr val="FF6B35"/>
                </a:solidFill>
                <a:latin typeface="微软雅黑"/>
                <a:ea typeface="微软雅黑"/>
                <a:cs typeface="微软雅黑"/>
              </a:rPr>
              <a:t>第七章 · 可运行成果</a:t>
            </a:r>
          </a:p>
        </p:txBody>
      </p:sp>
      <p:sp>
        <p:nvSpPr>
          <p:cNvPr id="3" name="Text 1">
            <a:extLst xmlns:a="http://schemas.openxmlformats.org/drawingml/2006/main">
              <a:ext uri="{FF2B5EF4-FFF2-40B4-BE49-F238E27FC236}">
                <a16:creationId xmlns:a16="http://schemas.microsoft.com/office/drawing/2014/main" id="{56A6AA91-10E3-458C-A1DE-9FC5EB02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658368"/>
            <a:ext cx="7498080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2900" b="1">
                <a:solidFill>
                  <a:srgbClr val="1B1F3B"/>
                </a:solidFill>
                <a:latin typeface="微软雅黑"/>
                <a:ea typeface="微软雅黑"/>
                <a:cs typeface="微软雅黑"/>
              </a:rPr>
              <a:t>已完成的闭环证据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B9CF89D1-807E-4D35-AF0D-92BD20C99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6400800"/>
            <a:ext cx="54864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1000">
                <a:solidFill>
                  <a:srgbClr val="6B728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ACF14C20-7EB4-485F-83DE-36C35B33E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298575"/>
            <a:ext cx="8013065" cy="6400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t>创建事故 → 角色审批 → 控制组 → 灰度 → 全量重评 → 关闭核验；浏览器端已完成全链路实测。</a:t>
            </a:r>
          </a:p>
        </p:txBody>
      </p:sp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06a82ebf564e87"/>
          <a:stretch xmlns:a="http://schemas.openxmlformats.org/drawingml/2006/main"/>
        </p:blipFill>
        <p:spPr>
          <a:xfrm xmlns:a="http://schemas.openxmlformats.org/drawingml/2006/main">
            <a:off x="929640" y="2330573"/>
            <a:ext cx="4911725" cy="2764544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ea56c51c7114ab5">
            <a:extLst>
              <a:ext uri="{96DAC541-7B7A-43D3-8B79-37D633B846F1}">
                <asvg:svgBlip xmlns:asvg="http://schemas.microsoft.com/office/drawing/2016/SVG/main" r:embed="R17c8468c28974339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379210" y="2458720"/>
            <a:ext cx="5327015" cy="24822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43090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2026-08-02T16:56:22.5040000Z</dcterms:created>
  <dcterms:modified xsi:type="dcterms:W3CDTF">2026-08-02T16:56:22.5040000Z</dcterms:modified>
</coreProperties>
</file>